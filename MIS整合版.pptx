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3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38.xml" ContentType="application/vnd.openxmlformats-officedocument.presentationml.tags+xml"/>
  <Override PartName="/ppt/notesSlides/notesSlide6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7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84.xml" ContentType="application/vnd.openxmlformats-officedocument.presentationml.tags+xml"/>
  <Override PartName="/ppt/notesSlides/notesSlide10.xml" ContentType="application/vnd.openxmlformats-officedocument.presentationml.notesSlide+xml"/>
  <Override PartName="/ppt/tags/tag85.xml" ContentType="application/vnd.openxmlformats-officedocument.presentationml.tags+xml"/>
  <Override PartName="/ppt/notesSlides/notesSlide11.xml" ContentType="application/vnd.openxmlformats-officedocument.presentationml.notesSlide+xml"/>
  <Override PartName="/ppt/tags/tag86.xml" ContentType="application/vnd.openxmlformats-officedocument.presentationml.tags+xml"/>
  <Override PartName="/ppt/notesSlides/notesSlide12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56" r:id="rId2"/>
    <p:sldId id="283" r:id="rId3"/>
    <p:sldId id="285" r:id="rId4"/>
    <p:sldId id="284" r:id="rId5"/>
    <p:sldId id="270" r:id="rId6"/>
    <p:sldId id="265" r:id="rId7"/>
    <p:sldId id="266" r:id="rId8"/>
    <p:sldId id="277" r:id="rId9"/>
    <p:sldId id="279" r:id="rId10"/>
    <p:sldId id="280" r:id="rId11"/>
    <p:sldId id="267" r:id="rId12"/>
    <p:sldId id="268" r:id="rId13"/>
    <p:sldId id="281" r:id="rId14"/>
    <p:sldId id="286" r:id="rId15"/>
    <p:sldId id="287" r:id="rId16"/>
    <p:sldId id="288" r:id="rId17"/>
    <p:sldId id="289" r:id="rId18"/>
    <p:sldId id="290" r:id="rId19"/>
    <p:sldId id="291" r:id="rId20"/>
    <p:sldId id="293" r:id="rId21"/>
  </p:sldIdLst>
  <p:sldSz cx="24387175" cy="13716000"/>
  <p:notesSz cx="13716000" cy="24387175"/>
  <p:custDataLst>
    <p:tags r:id="rId23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D6D"/>
    <a:srgbClr val="6087CD"/>
    <a:srgbClr val="5780CA"/>
    <a:srgbClr val="2196F3"/>
    <a:srgbClr val="DEF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92"/>
    <p:restoredTop sz="96170"/>
  </p:normalViewPr>
  <p:slideViewPr>
    <p:cSldViewPr snapToGrid="0" snapToObjects="1">
      <p:cViewPr varScale="1">
        <p:scale>
          <a:sx n="61" d="100"/>
          <a:sy n="61" d="100"/>
        </p:scale>
        <p:origin x="32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23449-066C-0421-280F-11DAE6F0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FADCF0-14E3-8093-39FF-CC68F97427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11B56E-B916-A60A-FE21-4548378A3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60E94-897A-58D4-510E-46ACE53E4D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446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5356F-613F-AB3A-B897-9694BE221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9FE102-2F33-920F-2059-E2FF9FCB08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56A91F-980B-375A-35CF-1A027706D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43373-DBFC-9D95-B744-8B0E91EB6C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412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避免重复踩坑，提升执行效率</a:t>
            </a:r>
          </a:p>
          <a:p>
            <a:r>
              <a:rPr lang="zh-CN" altLang="en-US" dirty="0"/>
              <a:t>保障知识资产的专业性与时效性</a:t>
            </a:r>
          </a:p>
          <a:p>
            <a:r>
              <a:rPr lang="en-US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保障知识管理平台的稳定运行与安全合规。</a:t>
            </a:r>
            <a:endParaRPr lang="en-US"/>
          </a:p>
          <a:p>
            <a:pPr marL="0" lvl="1"/>
            <a:r>
              <a:rPr lang="en-US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掌握组织知识沉淀的核心产出方</a:t>
            </a:r>
            <a:r>
              <a:rPr lang="zh-CN" altLang="en-US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，量化</a:t>
            </a:r>
            <a:r>
              <a:rPr lang="en-US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知识资产的利用率与业务赋能价值。</a:t>
            </a:r>
            <a:endParaRPr lang="en-US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每一次知识贡献都会进入飞轮，每一次知识复用都会让组织变得更聪明。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K——Knowledge</a:t>
            </a:r>
            <a:r>
              <a:rPr lang="zh-CN" altLang="en-US" dirty="0"/>
              <a:t>，知识</a:t>
            </a:r>
          </a:p>
          <a:p>
            <a:r>
              <a:rPr lang="en-US" altLang="zh-CN" dirty="0"/>
              <a:t>Insight——</a:t>
            </a:r>
            <a:r>
              <a:rPr lang="zh-CN" altLang="en-US" dirty="0"/>
              <a:t>洞察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我们将产品命名为 </a:t>
            </a:r>
            <a:r>
              <a:rPr lang="en-US" altLang="zh-CN" dirty="0">
                <a:sym typeface="+mn-ea"/>
              </a:rPr>
              <a:t>K-Insight（</a:t>
            </a:r>
            <a:r>
              <a:rPr lang="zh-CN" altLang="en-US" dirty="0">
                <a:sym typeface="+mn-ea"/>
              </a:rPr>
              <a:t>知汇），意味着</a:t>
            </a:r>
            <a:r>
              <a:rPr lang="zh-CN" altLang="en-US" dirty="0"/>
              <a:t>不是知识的简单存储汇聚，更是融汇贯通，是让员工、让管理者、也让决策者从知识中获得符合需求的洞察和收获，</a:t>
            </a:r>
            <a:endParaRPr lang="en-US" altLang="zh-CN" dirty="0"/>
          </a:p>
          <a:p>
            <a:r>
              <a:rPr lang="zh-CN" altLang="en-US" dirty="0"/>
              <a:t>“知”代表组织知识，“汇”既代表知识汇聚，也代表价值汇流。我们希望帮助企业将分散的经验沉淀为可复用、可分析、可增值的知识资产。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K——Knowledge</a:t>
            </a:r>
            <a:r>
              <a:rPr lang="zh-CN" altLang="en-US" dirty="0"/>
              <a:t>，知识</a:t>
            </a:r>
          </a:p>
          <a:p>
            <a:r>
              <a:rPr lang="en-US" altLang="zh-CN" dirty="0"/>
              <a:t>Insight——</a:t>
            </a:r>
            <a:r>
              <a:rPr lang="zh-CN" altLang="en-US" dirty="0"/>
              <a:t>洞察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我们将产品命名为 </a:t>
            </a:r>
            <a:r>
              <a:rPr lang="en-US" altLang="zh-CN" dirty="0">
                <a:sym typeface="+mn-ea"/>
              </a:rPr>
              <a:t>K-Insight（</a:t>
            </a:r>
            <a:r>
              <a:rPr lang="zh-CN" altLang="en-US" dirty="0">
                <a:sym typeface="+mn-ea"/>
              </a:rPr>
              <a:t>知汇），意味着</a:t>
            </a:r>
            <a:r>
              <a:rPr lang="zh-CN" altLang="en-US" dirty="0"/>
              <a:t>不是知识的简单存储汇聚，更是融汇贯通，是让员工、让管理者、也让决策者从知识中获得符合需求的洞察和收获，</a:t>
            </a:r>
            <a:endParaRPr lang="en-US" altLang="zh-CN" dirty="0"/>
          </a:p>
          <a:p>
            <a:r>
              <a:rPr lang="zh-CN" altLang="en-US" dirty="0"/>
              <a:t>“知”代表组织知识，“汇”既代表知识汇聚，也代表价值汇流。我们希望帮助企业将分散的经验沉淀为可复用、可分析、可增值的知识资产。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25000"/>
              </a:lnSpc>
              <a:defRPr/>
            </a:pPr>
            <a:r>
              <a:rPr lang="en-US" b="1" dirty="0" err="1">
                <a:solidFill>
                  <a:srgbClr val="016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权限</a:t>
            </a:r>
            <a:r>
              <a:rPr lang="zh-CN" altLang="en-US" b="1" dirty="0" err="1">
                <a:solidFill>
                  <a:srgbClr val="016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管控</a:t>
            </a:r>
            <a:endParaRPr lang="en-US" dirty="0"/>
          </a:p>
          <a:p>
            <a:pPr indent="0" algn="l">
              <a:lnSpc>
                <a:spcPct val="125000"/>
              </a:lnSpc>
            </a:pPr>
            <a:r>
              <a:rPr lang="en-US" dirty="0" err="1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负责全系统用户身份认证、角色分配及操作权限控制，保障数据安全与访问合规</a:t>
            </a:r>
            <a:r>
              <a:rPr lang="en-US" dirty="0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 dirty="0" err="1">
                <a:solidFill>
                  <a:srgbClr val="BC28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知识采集</a:t>
            </a:r>
            <a:endParaRPr lang="en-US" dirty="0"/>
          </a:p>
          <a:p>
            <a:pPr indent="0" algn="l">
              <a:lnSpc>
                <a:spcPct val="125000"/>
              </a:lnSpc>
            </a:pPr>
            <a:r>
              <a:rPr lang="en-US" dirty="0" err="1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多渠道汇聚各类组织知识文档、案例、经验，提供便捷的知识录入与导入功能</a:t>
            </a:r>
            <a:r>
              <a:rPr lang="en-US" dirty="0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016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分类审核</a:t>
            </a:r>
            <a:endParaRPr lang="en-US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建立标准化知识分类体系，执行严格的内容审核流程，确保平台知识的准确性与价值。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BC28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检索推荐</a:t>
            </a:r>
            <a:endParaRPr lang="en-US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提供精准的全文检索功能，并基于用户画像与业务场景，智能推荐个性化的知识内容。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016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共享协作</a:t>
            </a:r>
            <a:endParaRPr lang="en-US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支持多人在线编辑、评论互动与实时沟通，促进团队间知识分享与协同创作。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BC28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统计管理</a:t>
            </a:r>
            <a:endParaRPr lang="en-US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全面监控系统运行状态，统计知识使用频率与效果，为管理者提供决策支持。</a:t>
            </a:r>
            <a:endParaRPr lang="en-US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endParaRPr lang="en-US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B8C67-DA68-0E11-205C-3F19A4DD9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7BA7DA-32CD-DCB5-8E1D-7D0B14836B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2BDD89-B8DB-DE59-464F-D6FC3ED69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25000"/>
              </a:lnSpc>
              <a:defRPr/>
            </a:pPr>
            <a:r>
              <a:rPr lang="en-US" b="1" dirty="0" err="1">
                <a:solidFill>
                  <a:srgbClr val="016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权限</a:t>
            </a:r>
            <a:r>
              <a:rPr lang="zh-CN" altLang="en-US" b="1" dirty="0" err="1">
                <a:solidFill>
                  <a:srgbClr val="016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管控</a:t>
            </a:r>
            <a:endParaRPr lang="en-US" dirty="0"/>
          </a:p>
          <a:p>
            <a:pPr indent="0" algn="l">
              <a:lnSpc>
                <a:spcPct val="125000"/>
              </a:lnSpc>
            </a:pPr>
            <a:r>
              <a:rPr lang="en-US" dirty="0" err="1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负责全系统用户身份认证、角色分配及操作权限控制，保障数据安全与访问合规</a:t>
            </a:r>
            <a:r>
              <a:rPr lang="en-US" dirty="0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 dirty="0" err="1">
                <a:solidFill>
                  <a:srgbClr val="BC28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知识采集</a:t>
            </a:r>
            <a:endParaRPr lang="en-US" dirty="0"/>
          </a:p>
          <a:p>
            <a:pPr indent="0" algn="l">
              <a:lnSpc>
                <a:spcPct val="125000"/>
              </a:lnSpc>
            </a:pPr>
            <a:r>
              <a:rPr lang="en-US" dirty="0" err="1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多渠道汇聚各类组织知识文档、案例、经验，提供便捷的知识录入与导入功能</a:t>
            </a:r>
            <a:r>
              <a:rPr lang="en-US" dirty="0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016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分类审核</a:t>
            </a:r>
            <a:endParaRPr lang="en-US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建立标准化知识分类体系，执行严格的内容审核流程，确保平台知识的准确性与价值。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BC28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检索推荐</a:t>
            </a:r>
            <a:endParaRPr lang="en-US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提供精准的全文检索功能，并基于用户画像与业务场景，智能推荐个性化的知识内容。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016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共享协作</a:t>
            </a:r>
            <a:endParaRPr lang="en-US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支持多人在线编辑、评论互动与实时沟通，促进团队间知识分享与协同创作。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BC28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统计管理</a:t>
            </a:r>
            <a:endParaRPr lang="en-US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全面监控系统运行状态，统计知识使用频率与效果，为管理者提供决策支持。</a:t>
            </a:r>
            <a:endParaRPr lang="en-US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endParaRPr lang="en-US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14ACC-DF9A-85D9-DE57-F79517F4C6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7281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87ACB-9FB2-E2D2-4F6F-516EA3FC5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A223C0-FDF1-A04A-A932-17CCB62BF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0BDF26-E523-A108-8551-F57329E45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25000"/>
              </a:lnSpc>
              <a:defRPr/>
            </a:pPr>
            <a:r>
              <a:rPr lang="en-US" b="1" dirty="0" err="1">
                <a:solidFill>
                  <a:srgbClr val="016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权限</a:t>
            </a:r>
            <a:r>
              <a:rPr lang="zh-CN" altLang="en-US" b="1" dirty="0" err="1">
                <a:solidFill>
                  <a:srgbClr val="016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管控</a:t>
            </a:r>
            <a:endParaRPr lang="en-US" dirty="0"/>
          </a:p>
          <a:p>
            <a:pPr indent="0" algn="l">
              <a:lnSpc>
                <a:spcPct val="125000"/>
              </a:lnSpc>
            </a:pPr>
            <a:r>
              <a:rPr lang="en-US" dirty="0" err="1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负责全系统用户身份认证、角色分配及操作权限控制，保障数据安全与访问合规</a:t>
            </a:r>
            <a:r>
              <a:rPr lang="en-US" dirty="0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 dirty="0" err="1">
                <a:solidFill>
                  <a:srgbClr val="BC28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知识采集</a:t>
            </a:r>
            <a:endParaRPr lang="en-US" dirty="0"/>
          </a:p>
          <a:p>
            <a:pPr indent="0" algn="l">
              <a:lnSpc>
                <a:spcPct val="125000"/>
              </a:lnSpc>
            </a:pPr>
            <a:r>
              <a:rPr lang="en-US" dirty="0" err="1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多渠道汇聚各类组织知识文档、案例、经验，提供便捷的知识录入与导入功能</a:t>
            </a:r>
            <a:r>
              <a:rPr lang="en-US" dirty="0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016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分类审核</a:t>
            </a:r>
            <a:endParaRPr lang="en-US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建立标准化知识分类体系，执行严格的内容审核流程，确保平台知识的准确性与价值。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BC28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检索推荐</a:t>
            </a:r>
            <a:endParaRPr lang="en-US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提供精准的全文检索功能，并基于用户画像与业务场景，智能推荐个性化的知识内容。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016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共享协作</a:t>
            </a:r>
            <a:endParaRPr lang="en-US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支持多人在线编辑、评论互动与实时沟通，促进团队间知识分享与协同创作。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BC28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统计管理</a:t>
            </a:r>
            <a:endParaRPr lang="en-US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全面监控系统运行状态，统计知识使用频率与效果，为管理者提供决策支持。</a:t>
            </a:r>
            <a:endParaRPr lang="en-US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endParaRPr lang="en-US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D19C2-0A8C-B983-70AC-4305F3B09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8912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EECE0-BA51-068F-0B5F-97D98D750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C8119E-1B01-CD1E-D3E2-8A1B15A60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0E7610-14DC-E4C7-D81D-6D0A372BE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25000"/>
              </a:lnSpc>
              <a:defRPr/>
            </a:pPr>
            <a:r>
              <a:rPr lang="en-US" b="1" dirty="0" err="1">
                <a:solidFill>
                  <a:srgbClr val="016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权限</a:t>
            </a:r>
            <a:r>
              <a:rPr lang="zh-CN" altLang="en-US" b="1" dirty="0" err="1">
                <a:solidFill>
                  <a:srgbClr val="016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管控</a:t>
            </a:r>
            <a:endParaRPr lang="en-US" dirty="0"/>
          </a:p>
          <a:p>
            <a:pPr indent="0" algn="l">
              <a:lnSpc>
                <a:spcPct val="125000"/>
              </a:lnSpc>
            </a:pPr>
            <a:r>
              <a:rPr lang="en-US" dirty="0" err="1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负责全系统用户身份认证、角色分配及操作权限控制，保障数据安全与访问合规</a:t>
            </a:r>
            <a:r>
              <a:rPr lang="en-US" dirty="0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 dirty="0" err="1">
                <a:solidFill>
                  <a:srgbClr val="BC28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知识采集</a:t>
            </a:r>
            <a:endParaRPr lang="en-US" dirty="0"/>
          </a:p>
          <a:p>
            <a:pPr indent="0" algn="l">
              <a:lnSpc>
                <a:spcPct val="125000"/>
              </a:lnSpc>
            </a:pPr>
            <a:r>
              <a:rPr lang="en-US" dirty="0" err="1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多渠道汇聚各类组织知识文档、案例、经验，提供便捷的知识录入与导入功能</a:t>
            </a:r>
            <a:r>
              <a:rPr lang="en-US" dirty="0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016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分类审核</a:t>
            </a:r>
            <a:endParaRPr lang="en-US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建立标准化知识分类体系，执行严格的内容审核流程，确保平台知识的准确性与价值。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BC28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检索推荐</a:t>
            </a:r>
            <a:endParaRPr lang="en-US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提供精准的全文检索功能，并基于用户画像与业务场景，智能推荐个性化的知识内容。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016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共享协作</a:t>
            </a:r>
            <a:endParaRPr lang="en-US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支持多人在线编辑、评论互动与实时沟通，促进团队间知识分享与协同创作。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BC28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统计管理</a:t>
            </a:r>
            <a:endParaRPr lang="en-US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全面监控系统运行状态，统计知识使用频率与效果，为管理者提供决策支持。</a:t>
            </a:r>
            <a:endParaRPr lang="en-US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endParaRPr lang="en-US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B21FD-2186-C27C-0ECA-A1837E1935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5275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91DDC-7ABB-E17B-2AD2-095DFD1B5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47A12-8CB4-693E-63D3-2ACE11882F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5AD4CB-37CC-BFE9-1A08-C9A463EDC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25000"/>
              </a:lnSpc>
              <a:defRPr/>
            </a:pPr>
            <a:r>
              <a:rPr lang="en-US" b="1" dirty="0" err="1">
                <a:solidFill>
                  <a:srgbClr val="016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权限</a:t>
            </a:r>
            <a:r>
              <a:rPr lang="zh-CN" altLang="en-US" b="1" dirty="0" err="1">
                <a:solidFill>
                  <a:srgbClr val="016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管控</a:t>
            </a:r>
            <a:endParaRPr lang="en-US" dirty="0"/>
          </a:p>
          <a:p>
            <a:pPr indent="0" algn="l">
              <a:lnSpc>
                <a:spcPct val="125000"/>
              </a:lnSpc>
            </a:pPr>
            <a:r>
              <a:rPr lang="en-US" dirty="0" err="1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负责全系统用户身份认证、角色分配及操作权限控制，保障数据安全与访问合规</a:t>
            </a:r>
            <a:r>
              <a:rPr lang="en-US" dirty="0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 dirty="0" err="1">
                <a:solidFill>
                  <a:srgbClr val="BC28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知识采集</a:t>
            </a:r>
            <a:endParaRPr lang="en-US" dirty="0"/>
          </a:p>
          <a:p>
            <a:pPr indent="0" algn="l">
              <a:lnSpc>
                <a:spcPct val="125000"/>
              </a:lnSpc>
            </a:pPr>
            <a:r>
              <a:rPr lang="en-US" dirty="0" err="1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多渠道汇聚各类组织知识文档、案例、经验，提供便捷的知识录入与导入功能</a:t>
            </a:r>
            <a:r>
              <a:rPr lang="en-US" dirty="0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016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分类审核</a:t>
            </a:r>
            <a:endParaRPr lang="en-US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建立标准化知识分类体系，执行严格的内容审核流程，确保平台知识的准确性与价值。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BC28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检索推荐</a:t>
            </a:r>
            <a:endParaRPr lang="en-US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提供精准的全文检索功能，并基于用户画像与业务场景，智能推荐个性化的知识内容。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016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共享协作</a:t>
            </a:r>
            <a:endParaRPr lang="en-US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支持多人在线编辑、评论互动与实时沟通，促进团队间知识分享与协同创作。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BC28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统计管理</a:t>
            </a:r>
            <a:endParaRPr lang="en-US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全面监控系统运行状态，统计知识使用频率与效果，为管理者提供决策支持。</a:t>
            </a:r>
            <a:endParaRPr lang="en-US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endParaRPr lang="en-US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4D899-1A87-A38E-C050-9C9E4CFCEC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5343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A047F-7DE3-2026-DB93-9D50F63F9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1F9509-AF8C-87EA-0CA2-502C9D9D9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DEC512-951B-B0C6-B604-3393C8AE8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25000"/>
              </a:lnSpc>
              <a:defRPr/>
            </a:pPr>
            <a:r>
              <a:rPr lang="en-US" b="1" dirty="0" err="1">
                <a:solidFill>
                  <a:srgbClr val="016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权限</a:t>
            </a:r>
            <a:r>
              <a:rPr lang="zh-CN" altLang="en-US" b="1" dirty="0" err="1">
                <a:solidFill>
                  <a:srgbClr val="016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管控</a:t>
            </a:r>
            <a:endParaRPr lang="en-US" dirty="0"/>
          </a:p>
          <a:p>
            <a:pPr indent="0" algn="l">
              <a:lnSpc>
                <a:spcPct val="125000"/>
              </a:lnSpc>
            </a:pPr>
            <a:r>
              <a:rPr lang="en-US" dirty="0" err="1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负责全系统用户身份认证、角色分配及操作权限控制，保障数据安全与访问合规</a:t>
            </a:r>
            <a:r>
              <a:rPr lang="en-US" dirty="0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 dirty="0" err="1">
                <a:solidFill>
                  <a:srgbClr val="BC28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知识采集</a:t>
            </a:r>
            <a:endParaRPr lang="en-US" dirty="0"/>
          </a:p>
          <a:p>
            <a:pPr indent="0" algn="l">
              <a:lnSpc>
                <a:spcPct val="125000"/>
              </a:lnSpc>
            </a:pPr>
            <a:r>
              <a:rPr lang="en-US" dirty="0" err="1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多渠道汇聚各类组织知识文档、案例、经验，提供便捷的知识录入与导入功能</a:t>
            </a:r>
            <a:r>
              <a:rPr lang="en-US" dirty="0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016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分类审核</a:t>
            </a:r>
            <a:endParaRPr lang="en-US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建立标准化知识分类体系，执行严格的内容审核流程，确保平台知识的准确性与价值。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BC28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检索推荐</a:t>
            </a:r>
            <a:endParaRPr lang="en-US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提供精准的全文检索功能，并基于用户画像与业务场景，智能推荐个性化的知识内容。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016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共享协作</a:t>
            </a:r>
            <a:endParaRPr lang="en-US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支持多人在线编辑、评论互动与实时沟通，促进团队间知识分享与协同创作。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BC28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统计管理</a:t>
            </a:r>
            <a:endParaRPr lang="en-US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全面监控系统运行状态，统计知识使用频率与效果，为管理者提供决策支持。</a:t>
            </a:r>
            <a:endParaRPr lang="en-US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endParaRPr lang="en-US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6D94D-3D71-2D1F-CE69-28526686B0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5848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F8D6A-82A2-E2A9-5658-78DB09559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FA4074-F568-4BBD-70E3-652F2A5AD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211E3-504C-54BA-E11B-C850CF998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25000"/>
              </a:lnSpc>
              <a:defRPr/>
            </a:pPr>
            <a:r>
              <a:rPr lang="en-US" b="1" dirty="0" err="1">
                <a:solidFill>
                  <a:srgbClr val="016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权限</a:t>
            </a:r>
            <a:r>
              <a:rPr lang="zh-CN" altLang="en-US" b="1" dirty="0" err="1">
                <a:solidFill>
                  <a:srgbClr val="016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管控</a:t>
            </a:r>
            <a:endParaRPr lang="en-US" dirty="0"/>
          </a:p>
          <a:p>
            <a:pPr indent="0" algn="l">
              <a:lnSpc>
                <a:spcPct val="125000"/>
              </a:lnSpc>
            </a:pPr>
            <a:r>
              <a:rPr lang="en-US" dirty="0" err="1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负责全系统用户身份认证、角色分配及操作权限控制，保障数据安全与访问合规</a:t>
            </a:r>
            <a:r>
              <a:rPr lang="en-US" dirty="0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 dirty="0" err="1">
                <a:solidFill>
                  <a:srgbClr val="BC28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知识采集</a:t>
            </a:r>
            <a:endParaRPr lang="en-US" dirty="0"/>
          </a:p>
          <a:p>
            <a:pPr indent="0" algn="l">
              <a:lnSpc>
                <a:spcPct val="125000"/>
              </a:lnSpc>
            </a:pPr>
            <a:r>
              <a:rPr lang="en-US" dirty="0" err="1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多渠道汇聚各类组织知识文档、案例、经验，提供便捷的知识录入与导入功能</a:t>
            </a:r>
            <a:r>
              <a:rPr lang="en-US" dirty="0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016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分类审核</a:t>
            </a:r>
            <a:endParaRPr lang="en-US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建立标准化知识分类体系，执行严格的内容审核流程，确保平台知识的准确性与价值。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BC28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检索推荐</a:t>
            </a:r>
            <a:endParaRPr lang="en-US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提供精准的全文检索功能，并基于用户画像与业务场景，智能推荐个性化的知识内容。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0162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共享协作</a:t>
            </a:r>
            <a:endParaRPr lang="en-US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支持多人在线编辑、评论互动与实时沟通，促进团队间知识分享与协同创作。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rgbClr val="BC28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统计管理</a:t>
            </a:r>
            <a:endParaRPr lang="en-US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全面监控系统运行状态，统计知识使用频率与效果，为管理者提供决策支持。</a:t>
            </a:r>
            <a:endParaRPr lang="en-US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endParaRPr lang="en-US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3AA83-088F-EAFD-1FD6-6CA6F7EBF2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3871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80150-778C-DB51-1137-681755306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69FDF8-2CD3-062C-52EF-C8E5C4EFA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9DD8A2-CA28-93DE-EE3F-19755F4A86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6B96C-0F80-F063-B97E-6AFDA19AD6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41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3850" y="13220700"/>
            <a:ext cx="1009650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7407453" y="10876875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10911453" y="10876875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5673053" y="10876875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83850" y="13220700"/>
            <a:ext cx="1009650" cy="3048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18" Type="http://schemas.openxmlformats.org/officeDocument/2006/relationships/notesSlide" Target="../notesSlides/notesSlide3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0" Type="http://schemas.openxmlformats.org/officeDocument/2006/relationships/image" Target="../media/image6.svg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10" Type="http://schemas.openxmlformats.org/officeDocument/2006/relationships/tags" Target="../tags/tag14.xml"/><Relationship Id="rId19" Type="http://schemas.openxmlformats.org/officeDocument/2006/relationships/image" Target="../media/image5.png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33.xml"/><Relationship Id="rId18" Type="http://schemas.openxmlformats.org/officeDocument/2006/relationships/slideLayout" Target="../slideLayouts/slideLayout1.xml"/><Relationship Id="rId26" Type="http://schemas.openxmlformats.org/officeDocument/2006/relationships/image" Target="../media/image14.png"/><Relationship Id="rId21" Type="http://schemas.openxmlformats.org/officeDocument/2006/relationships/image" Target="../media/image6.svg"/><Relationship Id="rId34" Type="http://schemas.openxmlformats.org/officeDocument/2006/relationships/image" Target="../media/image22.png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tags" Target="../tags/tag37.xml"/><Relationship Id="rId25" Type="http://schemas.openxmlformats.org/officeDocument/2006/relationships/image" Target="../media/image13.svg"/><Relationship Id="rId33" Type="http://schemas.openxmlformats.org/officeDocument/2006/relationships/image" Target="../media/image21.svg"/><Relationship Id="rId2" Type="http://schemas.openxmlformats.org/officeDocument/2006/relationships/tags" Target="../tags/tag22.xml"/><Relationship Id="rId16" Type="http://schemas.openxmlformats.org/officeDocument/2006/relationships/tags" Target="../tags/tag36.xml"/><Relationship Id="rId20" Type="http://schemas.openxmlformats.org/officeDocument/2006/relationships/image" Target="../media/image5.png"/><Relationship Id="rId29" Type="http://schemas.openxmlformats.org/officeDocument/2006/relationships/image" Target="../media/image17.svg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24" Type="http://schemas.openxmlformats.org/officeDocument/2006/relationships/image" Target="../media/image12.png"/><Relationship Id="rId32" Type="http://schemas.openxmlformats.org/officeDocument/2006/relationships/image" Target="../media/image20.png"/><Relationship Id="rId37" Type="http://schemas.openxmlformats.org/officeDocument/2006/relationships/image" Target="../media/image25.svg"/><Relationship Id="rId5" Type="http://schemas.openxmlformats.org/officeDocument/2006/relationships/tags" Target="../tags/tag25.xml"/><Relationship Id="rId15" Type="http://schemas.openxmlformats.org/officeDocument/2006/relationships/tags" Target="../tags/tag35.xml"/><Relationship Id="rId23" Type="http://schemas.openxmlformats.org/officeDocument/2006/relationships/image" Target="../media/image11.svg"/><Relationship Id="rId28" Type="http://schemas.openxmlformats.org/officeDocument/2006/relationships/image" Target="../media/image16.png"/><Relationship Id="rId36" Type="http://schemas.openxmlformats.org/officeDocument/2006/relationships/image" Target="../media/image24.png"/><Relationship Id="rId10" Type="http://schemas.openxmlformats.org/officeDocument/2006/relationships/tags" Target="../tags/tag30.xml"/><Relationship Id="rId19" Type="http://schemas.openxmlformats.org/officeDocument/2006/relationships/notesSlide" Target="../notesSlides/notesSlide4.xml"/><Relationship Id="rId31" Type="http://schemas.openxmlformats.org/officeDocument/2006/relationships/image" Target="../media/image19.svg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Relationship Id="rId22" Type="http://schemas.openxmlformats.org/officeDocument/2006/relationships/image" Target="../media/image10.png"/><Relationship Id="rId27" Type="http://schemas.openxmlformats.org/officeDocument/2006/relationships/image" Target="../media/image15.svg"/><Relationship Id="rId30" Type="http://schemas.openxmlformats.org/officeDocument/2006/relationships/image" Target="../media/image18.png"/><Relationship Id="rId35" Type="http://schemas.openxmlformats.org/officeDocument/2006/relationships/image" Target="../media/image23.svg"/><Relationship Id="rId8" Type="http://schemas.openxmlformats.org/officeDocument/2006/relationships/tags" Target="../tags/tag28.xml"/><Relationship Id="rId3" Type="http://schemas.openxmlformats.org/officeDocument/2006/relationships/tags" Target="../tags/tag2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13" Type="http://schemas.openxmlformats.org/officeDocument/2006/relationships/image" Target="../media/image34.svg"/><Relationship Id="rId18" Type="http://schemas.openxmlformats.org/officeDocument/2006/relationships/image" Target="../media/image39.png"/><Relationship Id="rId3" Type="http://schemas.openxmlformats.org/officeDocument/2006/relationships/image" Target="../media/image26.png"/><Relationship Id="rId21" Type="http://schemas.openxmlformats.org/officeDocument/2006/relationships/image" Target="../media/image42.svg"/><Relationship Id="rId7" Type="http://schemas.openxmlformats.org/officeDocument/2006/relationships/image" Target="../media/image30.png"/><Relationship Id="rId12" Type="http://schemas.openxmlformats.org/officeDocument/2006/relationships/image" Target="../media/image33.png"/><Relationship Id="rId17" Type="http://schemas.openxmlformats.org/officeDocument/2006/relationships/image" Target="../media/image38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7.png"/><Relationship Id="rId20" Type="http://schemas.openxmlformats.org/officeDocument/2006/relationships/image" Target="../media/image4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svg"/><Relationship Id="rId11" Type="http://schemas.openxmlformats.org/officeDocument/2006/relationships/image" Target="../media/image25.svg"/><Relationship Id="rId5" Type="http://schemas.openxmlformats.org/officeDocument/2006/relationships/image" Target="../media/image28.png"/><Relationship Id="rId15" Type="http://schemas.openxmlformats.org/officeDocument/2006/relationships/image" Target="../media/image36.svg"/><Relationship Id="rId23" Type="http://schemas.openxmlformats.org/officeDocument/2006/relationships/image" Target="../media/image44.svg"/><Relationship Id="rId10" Type="http://schemas.openxmlformats.org/officeDocument/2006/relationships/image" Target="../media/image24.png"/><Relationship Id="rId19" Type="http://schemas.openxmlformats.org/officeDocument/2006/relationships/image" Target="../media/image40.svg"/><Relationship Id="rId4" Type="http://schemas.openxmlformats.org/officeDocument/2006/relationships/image" Target="../media/image27.svg"/><Relationship Id="rId9" Type="http://schemas.openxmlformats.org/officeDocument/2006/relationships/image" Target="../media/image32.svg"/><Relationship Id="rId14" Type="http://schemas.openxmlformats.org/officeDocument/2006/relationships/image" Target="../media/image35.png"/><Relationship Id="rId22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jpe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48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8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10" Type="http://schemas.openxmlformats.org/officeDocument/2006/relationships/image" Target="../media/image51.jpe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13" Type="http://schemas.openxmlformats.org/officeDocument/2006/relationships/tags" Target="../tags/tag51.xml"/><Relationship Id="rId18" Type="http://schemas.openxmlformats.org/officeDocument/2006/relationships/tags" Target="../tags/tag56.xml"/><Relationship Id="rId26" Type="http://schemas.openxmlformats.org/officeDocument/2006/relationships/image" Target="../media/image52.svg"/><Relationship Id="rId3" Type="http://schemas.openxmlformats.org/officeDocument/2006/relationships/tags" Target="../tags/tag41.xml"/><Relationship Id="rId21" Type="http://schemas.openxmlformats.org/officeDocument/2006/relationships/tags" Target="../tags/tag59.xml"/><Relationship Id="rId7" Type="http://schemas.openxmlformats.org/officeDocument/2006/relationships/tags" Target="../tags/tag45.xml"/><Relationship Id="rId12" Type="http://schemas.openxmlformats.org/officeDocument/2006/relationships/tags" Target="../tags/tag50.xml"/><Relationship Id="rId17" Type="http://schemas.openxmlformats.org/officeDocument/2006/relationships/tags" Target="../tags/tag55.xml"/><Relationship Id="rId25" Type="http://schemas.openxmlformats.org/officeDocument/2006/relationships/image" Target="../media/image45.png"/><Relationship Id="rId2" Type="http://schemas.openxmlformats.org/officeDocument/2006/relationships/tags" Target="../tags/tag40.xml"/><Relationship Id="rId16" Type="http://schemas.openxmlformats.org/officeDocument/2006/relationships/tags" Target="../tags/tag54.xml"/><Relationship Id="rId20" Type="http://schemas.openxmlformats.org/officeDocument/2006/relationships/tags" Target="../tags/tag58.xml"/><Relationship Id="rId29" Type="http://schemas.openxmlformats.org/officeDocument/2006/relationships/image" Target="../media/image55.jpeg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tags" Target="../tags/tag49.xml"/><Relationship Id="rId24" Type="http://schemas.openxmlformats.org/officeDocument/2006/relationships/notesSlide" Target="../notesSlides/notesSlide7.xml"/><Relationship Id="rId5" Type="http://schemas.openxmlformats.org/officeDocument/2006/relationships/tags" Target="../tags/tag43.xml"/><Relationship Id="rId15" Type="http://schemas.openxmlformats.org/officeDocument/2006/relationships/tags" Target="../tags/tag53.xml"/><Relationship Id="rId23" Type="http://schemas.openxmlformats.org/officeDocument/2006/relationships/slideLayout" Target="../slideLayouts/slideLayout1.xml"/><Relationship Id="rId28" Type="http://schemas.openxmlformats.org/officeDocument/2006/relationships/image" Target="../media/image54.jpeg"/><Relationship Id="rId10" Type="http://schemas.openxmlformats.org/officeDocument/2006/relationships/tags" Target="../tags/tag48.xml"/><Relationship Id="rId19" Type="http://schemas.openxmlformats.org/officeDocument/2006/relationships/tags" Target="../tags/tag57.xml"/><Relationship Id="rId4" Type="http://schemas.openxmlformats.org/officeDocument/2006/relationships/tags" Target="../tags/tag42.xml"/><Relationship Id="rId9" Type="http://schemas.openxmlformats.org/officeDocument/2006/relationships/tags" Target="../tags/tag47.xml"/><Relationship Id="rId14" Type="http://schemas.openxmlformats.org/officeDocument/2006/relationships/tags" Target="../tags/tag52.xml"/><Relationship Id="rId22" Type="http://schemas.openxmlformats.org/officeDocument/2006/relationships/tags" Target="../tags/tag60.xml"/><Relationship Id="rId27" Type="http://schemas.openxmlformats.org/officeDocument/2006/relationships/image" Target="../media/image53.jpeg"/><Relationship Id="rId30" Type="http://schemas.openxmlformats.org/officeDocument/2006/relationships/image" Target="../media/image56.jpe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73.xml"/><Relationship Id="rId18" Type="http://schemas.openxmlformats.org/officeDocument/2006/relationships/tags" Target="../tags/tag78.xml"/><Relationship Id="rId26" Type="http://schemas.openxmlformats.org/officeDocument/2006/relationships/image" Target="../media/image45.png"/><Relationship Id="rId3" Type="http://schemas.openxmlformats.org/officeDocument/2006/relationships/tags" Target="../tags/tag63.xml"/><Relationship Id="rId21" Type="http://schemas.openxmlformats.org/officeDocument/2006/relationships/tags" Target="../tags/tag81.xml"/><Relationship Id="rId34" Type="http://schemas.openxmlformats.org/officeDocument/2006/relationships/image" Target="../media/image64.png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17" Type="http://schemas.openxmlformats.org/officeDocument/2006/relationships/tags" Target="../tags/tag77.xml"/><Relationship Id="rId25" Type="http://schemas.openxmlformats.org/officeDocument/2006/relationships/notesSlide" Target="../notesSlides/notesSlide8.xml"/><Relationship Id="rId33" Type="http://schemas.openxmlformats.org/officeDocument/2006/relationships/image" Target="../media/image63.svg"/><Relationship Id="rId2" Type="http://schemas.openxmlformats.org/officeDocument/2006/relationships/tags" Target="../tags/tag62.xml"/><Relationship Id="rId16" Type="http://schemas.openxmlformats.org/officeDocument/2006/relationships/tags" Target="../tags/tag76.xml"/><Relationship Id="rId20" Type="http://schemas.openxmlformats.org/officeDocument/2006/relationships/tags" Target="../tags/tag80.xml"/><Relationship Id="rId29" Type="http://schemas.openxmlformats.org/officeDocument/2006/relationships/image" Target="../media/image59.svg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24" Type="http://schemas.openxmlformats.org/officeDocument/2006/relationships/slideLayout" Target="../slideLayouts/slideLayout1.xml"/><Relationship Id="rId32" Type="http://schemas.openxmlformats.org/officeDocument/2006/relationships/image" Target="../media/image62.png"/><Relationship Id="rId5" Type="http://schemas.openxmlformats.org/officeDocument/2006/relationships/tags" Target="../tags/tag65.xml"/><Relationship Id="rId15" Type="http://schemas.openxmlformats.org/officeDocument/2006/relationships/tags" Target="../tags/tag75.xml"/><Relationship Id="rId23" Type="http://schemas.openxmlformats.org/officeDocument/2006/relationships/tags" Target="../tags/tag83.xml"/><Relationship Id="rId28" Type="http://schemas.openxmlformats.org/officeDocument/2006/relationships/image" Target="../media/image58.png"/><Relationship Id="rId10" Type="http://schemas.openxmlformats.org/officeDocument/2006/relationships/tags" Target="../tags/tag70.xml"/><Relationship Id="rId19" Type="http://schemas.openxmlformats.org/officeDocument/2006/relationships/tags" Target="../tags/tag79.xml"/><Relationship Id="rId31" Type="http://schemas.openxmlformats.org/officeDocument/2006/relationships/image" Target="../media/image61.svg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tags" Target="../tags/tag74.xml"/><Relationship Id="rId22" Type="http://schemas.openxmlformats.org/officeDocument/2006/relationships/tags" Target="../tags/tag82.xml"/><Relationship Id="rId27" Type="http://schemas.openxmlformats.org/officeDocument/2006/relationships/image" Target="../media/image57.svg"/><Relationship Id="rId30" Type="http://schemas.openxmlformats.org/officeDocument/2006/relationships/image" Target="../media/image60.png"/><Relationship Id="rId35" Type="http://schemas.openxmlformats.org/officeDocument/2006/relationships/image" Target="../media/image65.svg"/><Relationship Id="rId8" Type="http://schemas.openxmlformats.org/officeDocument/2006/relationships/tags" Target="../tags/tag6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svg"/><Relationship Id="rId13" Type="http://schemas.openxmlformats.org/officeDocument/2006/relationships/image" Target="../media/image73.svg"/><Relationship Id="rId18" Type="http://schemas.openxmlformats.org/officeDocument/2006/relationships/image" Target="../media/image22.png"/><Relationship Id="rId3" Type="http://schemas.openxmlformats.org/officeDocument/2006/relationships/image" Target="../media/image26.png"/><Relationship Id="rId21" Type="http://schemas.openxmlformats.org/officeDocument/2006/relationships/image" Target="../media/image79.svg"/><Relationship Id="rId7" Type="http://schemas.openxmlformats.org/officeDocument/2006/relationships/image" Target="../media/image30.png"/><Relationship Id="rId12" Type="http://schemas.openxmlformats.org/officeDocument/2006/relationships/image" Target="../media/image72.png"/><Relationship Id="rId17" Type="http://schemas.openxmlformats.org/officeDocument/2006/relationships/image" Target="../media/image77.sv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76.png"/><Relationship Id="rId20" Type="http://schemas.openxmlformats.org/officeDocument/2006/relationships/image" Target="../media/image7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svg"/><Relationship Id="rId11" Type="http://schemas.openxmlformats.org/officeDocument/2006/relationships/image" Target="../media/image71.svg"/><Relationship Id="rId5" Type="http://schemas.openxmlformats.org/officeDocument/2006/relationships/image" Target="../media/image28.png"/><Relationship Id="rId15" Type="http://schemas.openxmlformats.org/officeDocument/2006/relationships/image" Target="../media/image75.svg"/><Relationship Id="rId23" Type="http://schemas.openxmlformats.org/officeDocument/2006/relationships/image" Target="../media/image81.svg"/><Relationship Id="rId10" Type="http://schemas.openxmlformats.org/officeDocument/2006/relationships/image" Target="../media/image70.png"/><Relationship Id="rId19" Type="http://schemas.openxmlformats.org/officeDocument/2006/relationships/image" Target="../media/image23.svg"/><Relationship Id="rId4" Type="http://schemas.openxmlformats.org/officeDocument/2006/relationships/image" Target="../media/image66.svg"/><Relationship Id="rId9" Type="http://schemas.openxmlformats.org/officeDocument/2006/relationships/image" Target="../media/image69.svg"/><Relationship Id="rId14" Type="http://schemas.openxmlformats.org/officeDocument/2006/relationships/image" Target="../media/image74.png"/><Relationship Id="rId22" Type="http://schemas.openxmlformats.org/officeDocument/2006/relationships/image" Target="../media/image8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83.svg"/><Relationship Id="rId12" Type="http://schemas.openxmlformats.org/officeDocument/2006/relationships/image" Target="../media/image88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4.xml"/><Relationship Id="rId6" Type="http://schemas.openxmlformats.org/officeDocument/2006/relationships/image" Target="../media/image82.png"/><Relationship Id="rId11" Type="http://schemas.openxmlformats.org/officeDocument/2006/relationships/image" Target="../media/image87.svg"/><Relationship Id="rId5" Type="http://schemas.openxmlformats.org/officeDocument/2006/relationships/image" Target="../media/image57.svg"/><Relationship Id="rId10" Type="http://schemas.openxmlformats.org/officeDocument/2006/relationships/image" Target="../media/image86.svg"/><Relationship Id="rId4" Type="http://schemas.openxmlformats.org/officeDocument/2006/relationships/image" Target="../media/image45.png"/><Relationship Id="rId9" Type="http://schemas.openxmlformats.org/officeDocument/2006/relationships/image" Target="../media/image8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89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5.xml"/><Relationship Id="rId6" Type="http://schemas.openxmlformats.org/officeDocument/2006/relationships/image" Target="../media/image4.png"/><Relationship Id="rId5" Type="http://schemas.openxmlformats.org/officeDocument/2006/relationships/image" Target="../media/image52.svg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6.xml"/><Relationship Id="rId6" Type="http://schemas.openxmlformats.org/officeDocument/2006/relationships/image" Target="../media/image90.png"/><Relationship Id="rId5" Type="http://schemas.openxmlformats.org/officeDocument/2006/relationships/image" Target="../media/image57.svg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tags" Target="../tags/tag99.xml"/><Relationship Id="rId18" Type="http://schemas.openxmlformats.org/officeDocument/2006/relationships/tags" Target="../tags/tag104.xml"/><Relationship Id="rId26" Type="http://schemas.openxmlformats.org/officeDocument/2006/relationships/tags" Target="../tags/tag112.xml"/><Relationship Id="rId39" Type="http://schemas.openxmlformats.org/officeDocument/2006/relationships/image" Target="../media/image95.svg"/><Relationship Id="rId21" Type="http://schemas.openxmlformats.org/officeDocument/2006/relationships/tags" Target="../tags/tag107.xml"/><Relationship Id="rId34" Type="http://schemas.openxmlformats.org/officeDocument/2006/relationships/image" Target="../media/image45.png"/><Relationship Id="rId42" Type="http://schemas.openxmlformats.org/officeDocument/2006/relationships/image" Target="../media/image98.png"/><Relationship Id="rId7" Type="http://schemas.openxmlformats.org/officeDocument/2006/relationships/tags" Target="../tags/tag93.xml"/><Relationship Id="rId2" Type="http://schemas.openxmlformats.org/officeDocument/2006/relationships/tags" Target="../tags/tag88.xml"/><Relationship Id="rId16" Type="http://schemas.openxmlformats.org/officeDocument/2006/relationships/tags" Target="../tags/tag102.xml"/><Relationship Id="rId29" Type="http://schemas.openxmlformats.org/officeDocument/2006/relationships/tags" Target="../tags/tag115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tags" Target="../tags/tag97.xml"/><Relationship Id="rId24" Type="http://schemas.openxmlformats.org/officeDocument/2006/relationships/tags" Target="../tags/tag110.xml"/><Relationship Id="rId32" Type="http://schemas.openxmlformats.org/officeDocument/2006/relationships/slideLayout" Target="../slideLayouts/slideLayout1.xml"/><Relationship Id="rId37" Type="http://schemas.openxmlformats.org/officeDocument/2006/relationships/image" Target="../media/image93.svg"/><Relationship Id="rId40" Type="http://schemas.openxmlformats.org/officeDocument/2006/relationships/image" Target="../media/image96.png"/><Relationship Id="rId45" Type="http://schemas.openxmlformats.org/officeDocument/2006/relationships/image" Target="../media/image101.svg"/><Relationship Id="rId5" Type="http://schemas.openxmlformats.org/officeDocument/2006/relationships/tags" Target="../tags/tag91.xml"/><Relationship Id="rId15" Type="http://schemas.openxmlformats.org/officeDocument/2006/relationships/tags" Target="../tags/tag101.xml"/><Relationship Id="rId23" Type="http://schemas.openxmlformats.org/officeDocument/2006/relationships/tags" Target="../tags/tag109.xml"/><Relationship Id="rId28" Type="http://schemas.openxmlformats.org/officeDocument/2006/relationships/tags" Target="../tags/tag114.xml"/><Relationship Id="rId36" Type="http://schemas.openxmlformats.org/officeDocument/2006/relationships/image" Target="../media/image92.png"/><Relationship Id="rId10" Type="http://schemas.openxmlformats.org/officeDocument/2006/relationships/tags" Target="../tags/tag96.xml"/><Relationship Id="rId19" Type="http://schemas.openxmlformats.org/officeDocument/2006/relationships/tags" Target="../tags/tag105.xml"/><Relationship Id="rId31" Type="http://schemas.openxmlformats.org/officeDocument/2006/relationships/tags" Target="../tags/tag117.xml"/><Relationship Id="rId44" Type="http://schemas.openxmlformats.org/officeDocument/2006/relationships/image" Target="../media/image100.png"/><Relationship Id="rId4" Type="http://schemas.openxmlformats.org/officeDocument/2006/relationships/tags" Target="../tags/tag90.xml"/><Relationship Id="rId9" Type="http://schemas.openxmlformats.org/officeDocument/2006/relationships/tags" Target="../tags/tag95.xml"/><Relationship Id="rId14" Type="http://schemas.openxmlformats.org/officeDocument/2006/relationships/tags" Target="../tags/tag100.xml"/><Relationship Id="rId22" Type="http://schemas.openxmlformats.org/officeDocument/2006/relationships/tags" Target="../tags/tag108.xml"/><Relationship Id="rId27" Type="http://schemas.openxmlformats.org/officeDocument/2006/relationships/tags" Target="../tags/tag113.xml"/><Relationship Id="rId30" Type="http://schemas.openxmlformats.org/officeDocument/2006/relationships/tags" Target="../tags/tag116.xml"/><Relationship Id="rId35" Type="http://schemas.openxmlformats.org/officeDocument/2006/relationships/image" Target="../media/image91.svg"/><Relationship Id="rId43" Type="http://schemas.openxmlformats.org/officeDocument/2006/relationships/image" Target="../media/image99.svg"/><Relationship Id="rId8" Type="http://schemas.openxmlformats.org/officeDocument/2006/relationships/tags" Target="../tags/tag94.xml"/><Relationship Id="rId3" Type="http://schemas.openxmlformats.org/officeDocument/2006/relationships/tags" Target="../tags/tag89.xml"/><Relationship Id="rId12" Type="http://schemas.openxmlformats.org/officeDocument/2006/relationships/tags" Target="../tags/tag98.xml"/><Relationship Id="rId17" Type="http://schemas.openxmlformats.org/officeDocument/2006/relationships/tags" Target="../tags/tag103.xml"/><Relationship Id="rId25" Type="http://schemas.openxmlformats.org/officeDocument/2006/relationships/tags" Target="../tags/tag111.xml"/><Relationship Id="rId33" Type="http://schemas.openxmlformats.org/officeDocument/2006/relationships/notesSlide" Target="../notesSlides/notesSlide13.xml"/><Relationship Id="rId38" Type="http://schemas.openxmlformats.org/officeDocument/2006/relationships/image" Target="../media/image94.png"/><Relationship Id="rId20" Type="http://schemas.openxmlformats.org/officeDocument/2006/relationships/tags" Target="../tags/tag106.xml"/><Relationship Id="rId41" Type="http://schemas.openxmlformats.org/officeDocument/2006/relationships/image" Target="../media/image97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sv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svg"/><Relationship Id="rId5" Type="http://schemas.openxmlformats.org/officeDocument/2006/relationships/image" Target="../media/image104.png"/><Relationship Id="rId4" Type="http://schemas.openxmlformats.org/officeDocument/2006/relationships/image" Target="../media/image103.sv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8.png"/><Relationship Id="rId18" Type="http://schemas.openxmlformats.org/officeDocument/2006/relationships/image" Target="../media/image123.svg"/><Relationship Id="rId26" Type="http://schemas.openxmlformats.org/officeDocument/2006/relationships/image" Target="../media/image131.svg"/><Relationship Id="rId39" Type="http://schemas.openxmlformats.org/officeDocument/2006/relationships/image" Target="../media/image144.png"/><Relationship Id="rId21" Type="http://schemas.openxmlformats.org/officeDocument/2006/relationships/image" Target="../media/image126.png"/><Relationship Id="rId34" Type="http://schemas.openxmlformats.org/officeDocument/2006/relationships/image" Target="../media/image139.svg"/><Relationship Id="rId42" Type="http://schemas.openxmlformats.org/officeDocument/2006/relationships/image" Target="../media/image147.svg"/><Relationship Id="rId7" Type="http://schemas.openxmlformats.org/officeDocument/2006/relationships/image" Target="../media/image112.sv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21.svg"/><Relationship Id="rId20" Type="http://schemas.openxmlformats.org/officeDocument/2006/relationships/image" Target="../media/image125.svg"/><Relationship Id="rId29" Type="http://schemas.openxmlformats.org/officeDocument/2006/relationships/image" Target="../media/image134.svg"/><Relationship Id="rId41" Type="http://schemas.openxmlformats.org/officeDocument/2006/relationships/image" Target="../media/image1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svg"/><Relationship Id="rId11" Type="http://schemas.openxmlformats.org/officeDocument/2006/relationships/image" Target="../media/image116.png"/><Relationship Id="rId24" Type="http://schemas.openxmlformats.org/officeDocument/2006/relationships/image" Target="../media/image129.svg"/><Relationship Id="rId32" Type="http://schemas.openxmlformats.org/officeDocument/2006/relationships/image" Target="../media/image137.svg"/><Relationship Id="rId37" Type="http://schemas.openxmlformats.org/officeDocument/2006/relationships/image" Target="../media/image142.png"/><Relationship Id="rId40" Type="http://schemas.openxmlformats.org/officeDocument/2006/relationships/image" Target="../media/image145.svg"/><Relationship Id="rId5" Type="http://schemas.openxmlformats.org/officeDocument/2006/relationships/image" Target="../media/image110.svg"/><Relationship Id="rId15" Type="http://schemas.openxmlformats.org/officeDocument/2006/relationships/image" Target="../media/image120.png"/><Relationship Id="rId23" Type="http://schemas.openxmlformats.org/officeDocument/2006/relationships/image" Target="../media/image128.png"/><Relationship Id="rId28" Type="http://schemas.openxmlformats.org/officeDocument/2006/relationships/image" Target="../media/image133.svg"/><Relationship Id="rId36" Type="http://schemas.openxmlformats.org/officeDocument/2006/relationships/image" Target="../media/image141.svg"/><Relationship Id="rId10" Type="http://schemas.openxmlformats.org/officeDocument/2006/relationships/image" Target="../media/image115.svg"/><Relationship Id="rId19" Type="http://schemas.openxmlformats.org/officeDocument/2006/relationships/image" Target="../media/image124.png"/><Relationship Id="rId31" Type="http://schemas.openxmlformats.org/officeDocument/2006/relationships/image" Target="../media/image136.png"/><Relationship Id="rId44" Type="http://schemas.openxmlformats.org/officeDocument/2006/relationships/image" Target="../media/image149.svg"/><Relationship Id="rId4" Type="http://schemas.openxmlformats.org/officeDocument/2006/relationships/image" Target="../media/image109.svg"/><Relationship Id="rId9" Type="http://schemas.openxmlformats.org/officeDocument/2006/relationships/image" Target="../media/image114.png"/><Relationship Id="rId14" Type="http://schemas.openxmlformats.org/officeDocument/2006/relationships/image" Target="../media/image119.svg"/><Relationship Id="rId22" Type="http://schemas.openxmlformats.org/officeDocument/2006/relationships/image" Target="../media/image127.svg"/><Relationship Id="rId27" Type="http://schemas.openxmlformats.org/officeDocument/2006/relationships/image" Target="../media/image132.png"/><Relationship Id="rId30" Type="http://schemas.openxmlformats.org/officeDocument/2006/relationships/image" Target="../media/image135.svg"/><Relationship Id="rId35" Type="http://schemas.openxmlformats.org/officeDocument/2006/relationships/image" Target="../media/image140.png"/><Relationship Id="rId43" Type="http://schemas.openxmlformats.org/officeDocument/2006/relationships/image" Target="../media/image148.png"/><Relationship Id="rId8" Type="http://schemas.openxmlformats.org/officeDocument/2006/relationships/image" Target="../media/image113.svg"/><Relationship Id="rId3" Type="http://schemas.openxmlformats.org/officeDocument/2006/relationships/image" Target="../media/image108.png"/><Relationship Id="rId12" Type="http://schemas.openxmlformats.org/officeDocument/2006/relationships/image" Target="../media/image117.svg"/><Relationship Id="rId17" Type="http://schemas.openxmlformats.org/officeDocument/2006/relationships/image" Target="../media/image122.png"/><Relationship Id="rId25" Type="http://schemas.openxmlformats.org/officeDocument/2006/relationships/image" Target="../media/image130.png"/><Relationship Id="rId33" Type="http://schemas.openxmlformats.org/officeDocument/2006/relationships/image" Target="../media/image138.png"/><Relationship Id="rId38" Type="http://schemas.openxmlformats.org/officeDocument/2006/relationships/image" Target="../media/image14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svg"/><Relationship Id="rId13" Type="http://schemas.openxmlformats.org/officeDocument/2006/relationships/image" Target="../media/image160.png"/><Relationship Id="rId18" Type="http://schemas.openxmlformats.org/officeDocument/2006/relationships/image" Target="../media/image165.svg"/><Relationship Id="rId3" Type="http://schemas.openxmlformats.org/officeDocument/2006/relationships/image" Target="../media/image150.png"/><Relationship Id="rId7" Type="http://schemas.openxmlformats.org/officeDocument/2006/relationships/image" Target="../media/image154.png"/><Relationship Id="rId12" Type="http://schemas.openxmlformats.org/officeDocument/2006/relationships/image" Target="../media/image159.svg"/><Relationship Id="rId17" Type="http://schemas.openxmlformats.org/officeDocument/2006/relationships/image" Target="../media/image164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6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3.svg"/><Relationship Id="rId11" Type="http://schemas.openxmlformats.org/officeDocument/2006/relationships/image" Target="../media/image158.png"/><Relationship Id="rId5" Type="http://schemas.openxmlformats.org/officeDocument/2006/relationships/image" Target="../media/image152.png"/><Relationship Id="rId15" Type="http://schemas.openxmlformats.org/officeDocument/2006/relationships/image" Target="../media/image162.png"/><Relationship Id="rId10" Type="http://schemas.openxmlformats.org/officeDocument/2006/relationships/image" Target="../media/image157.svg"/><Relationship Id="rId19" Type="http://schemas.openxmlformats.org/officeDocument/2006/relationships/image" Target="../media/image166.svg"/><Relationship Id="rId4" Type="http://schemas.openxmlformats.org/officeDocument/2006/relationships/image" Target="../media/image151.svg"/><Relationship Id="rId9" Type="http://schemas.openxmlformats.org/officeDocument/2006/relationships/image" Target="../media/image156.png"/><Relationship Id="rId14" Type="http://schemas.openxmlformats.org/officeDocument/2006/relationships/image" Target="../media/image161.sv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7.png"/><Relationship Id="rId18" Type="http://schemas.openxmlformats.org/officeDocument/2006/relationships/image" Target="../media/image182.svg"/><Relationship Id="rId26" Type="http://schemas.openxmlformats.org/officeDocument/2006/relationships/image" Target="../media/image190.svg"/><Relationship Id="rId21" Type="http://schemas.openxmlformats.org/officeDocument/2006/relationships/image" Target="../media/image185.png"/><Relationship Id="rId34" Type="http://schemas.openxmlformats.org/officeDocument/2006/relationships/image" Target="../media/image198.svg"/><Relationship Id="rId7" Type="http://schemas.openxmlformats.org/officeDocument/2006/relationships/image" Target="../media/image171.png"/><Relationship Id="rId12" Type="http://schemas.openxmlformats.org/officeDocument/2006/relationships/image" Target="../media/image176.svg"/><Relationship Id="rId17" Type="http://schemas.openxmlformats.org/officeDocument/2006/relationships/image" Target="../media/image181.png"/><Relationship Id="rId25" Type="http://schemas.openxmlformats.org/officeDocument/2006/relationships/image" Target="../media/image189.png"/><Relationship Id="rId33" Type="http://schemas.openxmlformats.org/officeDocument/2006/relationships/image" Target="../media/image197.png"/><Relationship Id="rId38" Type="http://schemas.openxmlformats.org/officeDocument/2006/relationships/image" Target="../media/image202.sv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80.svg"/><Relationship Id="rId20" Type="http://schemas.openxmlformats.org/officeDocument/2006/relationships/image" Target="../media/image184.svg"/><Relationship Id="rId29" Type="http://schemas.openxmlformats.org/officeDocument/2006/relationships/image" Target="../media/image19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0.svg"/><Relationship Id="rId11" Type="http://schemas.openxmlformats.org/officeDocument/2006/relationships/image" Target="../media/image175.png"/><Relationship Id="rId24" Type="http://schemas.openxmlformats.org/officeDocument/2006/relationships/image" Target="../media/image188.svg"/><Relationship Id="rId32" Type="http://schemas.openxmlformats.org/officeDocument/2006/relationships/image" Target="../media/image196.svg"/><Relationship Id="rId37" Type="http://schemas.openxmlformats.org/officeDocument/2006/relationships/image" Target="../media/image201.png"/><Relationship Id="rId5" Type="http://schemas.openxmlformats.org/officeDocument/2006/relationships/image" Target="../media/image169.png"/><Relationship Id="rId15" Type="http://schemas.openxmlformats.org/officeDocument/2006/relationships/image" Target="../media/image179.png"/><Relationship Id="rId23" Type="http://schemas.openxmlformats.org/officeDocument/2006/relationships/image" Target="../media/image187.png"/><Relationship Id="rId28" Type="http://schemas.openxmlformats.org/officeDocument/2006/relationships/image" Target="../media/image192.svg"/><Relationship Id="rId36" Type="http://schemas.openxmlformats.org/officeDocument/2006/relationships/image" Target="../media/image200.svg"/><Relationship Id="rId10" Type="http://schemas.openxmlformats.org/officeDocument/2006/relationships/image" Target="../media/image174.svg"/><Relationship Id="rId19" Type="http://schemas.openxmlformats.org/officeDocument/2006/relationships/image" Target="../media/image183.png"/><Relationship Id="rId31" Type="http://schemas.openxmlformats.org/officeDocument/2006/relationships/image" Target="../media/image195.png"/><Relationship Id="rId4" Type="http://schemas.openxmlformats.org/officeDocument/2006/relationships/image" Target="../media/image168.svg"/><Relationship Id="rId9" Type="http://schemas.openxmlformats.org/officeDocument/2006/relationships/image" Target="../media/image173.png"/><Relationship Id="rId14" Type="http://schemas.openxmlformats.org/officeDocument/2006/relationships/image" Target="../media/image178.svg"/><Relationship Id="rId22" Type="http://schemas.openxmlformats.org/officeDocument/2006/relationships/image" Target="../media/image186.svg"/><Relationship Id="rId27" Type="http://schemas.openxmlformats.org/officeDocument/2006/relationships/image" Target="../media/image191.png"/><Relationship Id="rId30" Type="http://schemas.openxmlformats.org/officeDocument/2006/relationships/image" Target="../media/image194.svg"/><Relationship Id="rId35" Type="http://schemas.openxmlformats.org/officeDocument/2006/relationships/image" Target="../media/image199.svg"/><Relationship Id="rId8" Type="http://schemas.openxmlformats.org/officeDocument/2006/relationships/image" Target="../media/image172.svg"/><Relationship Id="rId3" Type="http://schemas.openxmlformats.org/officeDocument/2006/relationships/image" Target="../media/image167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7.png"/><Relationship Id="rId18" Type="http://schemas.openxmlformats.org/officeDocument/2006/relationships/image" Target="../media/image182.svg"/><Relationship Id="rId26" Type="http://schemas.openxmlformats.org/officeDocument/2006/relationships/image" Target="../media/image190.svg"/><Relationship Id="rId21" Type="http://schemas.openxmlformats.org/officeDocument/2006/relationships/image" Target="../media/image185.png"/><Relationship Id="rId34" Type="http://schemas.openxmlformats.org/officeDocument/2006/relationships/image" Target="../media/image198.svg"/><Relationship Id="rId7" Type="http://schemas.openxmlformats.org/officeDocument/2006/relationships/image" Target="../media/image171.png"/><Relationship Id="rId12" Type="http://schemas.openxmlformats.org/officeDocument/2006/relationships/image" Target="../media/image176.svg"/><Relationship Id="rId17" Type="http://schemas.openxmlformats.org/officeDocument/2006/relationships/image" Target="../media/image181.png"/><Relationship Id="rId25" Type="http://schemas.openxmlformats.org/officeDocument/2006/relationships/image" Target="../media/image189.png"/><Relationship Id="rId33" Type="http://schemas.openxmlformats.org/officeDocument/2006/relationships/image" Target="../media/image197.png"/><Relationship Id="rId38" Type="http://schemas.openxmlformats.org/officeDocument/2006/relationships/image" Target="../media/image202.sv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80.svg"/><Relationship Id="rId20" Type="http://schemas.openxmlformats.org/officeDocument/2006/relationships/image" Target="../media/image184.svg"/><Relationship Id="rId29" Type="http://schemas.openxmlformats.org/officeDocument/2006/relationships/image" Target="../media/image19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0.svg"/><Relationship Id="rId11" Type="http://schemas.openxmlformats.org/officeDocument/2006/relationships/image" Target="../media/image175.png"/><Relationship Id="rId24" Type="http://schemas.openxmlformats.org/officeDocument/2006/relationships/image" Target="../media/image188.svg"/><Relationship Id="rId32" Type="http://schemas.openxmlformats.org/officeDocument/2006/relationships/image" Target="../media/image196.svg"/><Relationship Id="rId37" Type="http://schemas.openxmlformats.org/officeDocument/2006/relationships/image" Target="../media/image201.png"/><Relationship Id="rId5" Type="http://schemas.openxmlformats.org/officeDocument/2006/relationships/image" Target="../media/image169.png"/><Relationship Id="rId15" Type="http://schemas.openxmlformats.org/officeDocument/2006/relationships/image" Target="../media/image179.png"/><Relationship Id="rId23" Type="http://schemas.openxmlformats.org/officeDocument/2006/relationships/image" Target="../media/image187.png"/><Relationship Id="rId28" Type="http://schemas.openxmlformats.org/officeDocument/2006/relationships/image" Target="../media/image192.svg"/><Relationship Id="rId36" Type="http://schemas.openxmlformats.org/officeDocument/2006/relationships/image" Target="../media/image200.svg"/><Relationship Id="rId10" Type="http://schemas.openxmlformats.org/officeDocument/2006/relationships/image" Target="../media/image174.svg"/><Relationship Id="rId19" Type="http://schemas.openxmlformats.org/officeDocument/2006/relationships/image" Target="../media/image183.png"/><Relationship Id="rId31" Type="http://schemas.openxmlformats.org/officeDocument/2006/relationships/image" Target="../media/image195.png"/><Relationship Id="rId4" Type="http://schemas.openxmlformats.org/officeDocument/2006/relationships/image" Target="../media/image168.svg"/><Relationship Id="rId9" Type="http://schemas.openxmlformats.org/officeDocument/2006/relationships/image" Target="../media/image173.png"/><Relationship Id="rId14" Type="http://schemas.openxmlformats.org/officeDocument/2006/relationships/image" Target="../media/image178.svg"/><Relationship Id="rId22" Type="http://schemas.openxmlformats.org/officeDocument/2006/relationships/image" Target="../media/image186.svg"/><Relationship Id="rId27" Type="http://schemas.openxmlformats.org/officeDocument/2006/relationships/image" Target="../media/image191.png"/><Relationship Id="rId30" Type="http://schemas.openxmlformats.org/officeDocument/2006/relationships/image" Target="../media/image194.svg"/><Relationship Id="rId35" Type="http://schemas.openxmlformats.org/officeDocument/2006/relationships/image" Target="../media/image199.svg"/><Relationship Id="rId8" Type="http://schemas.openxmlformats.org/officeDocument/2006/relationships/image" Target="../media/image172.svg"/><Relationship Id="rId3" Type="http://schemas.openxmlformats.org/officeDocument/2006/relationships/image" Target="../media/image167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5.png"/><Relationship Id="rId18" Type="http://schemas.openxmlformats.org/officeDocument/2006/relationships/image" Target="../media/image190.svg"/><Relationship Id="rId26" Type="http://schemas.openxmlformats.org/officeDocument/2006/relationships/image" Target="../media/image198.svg"/><Relationship Id="rId21" Type="http://schemas.openxmlformats.org/officeDocument/2006/relationships/image" Target="../media/image193.png"/><Relationship Id="rId34" Type="http://schemas.openxmlformats.org/officeDocument/2006/relationships/image" Target="../media/image206.svg"/><Relationship Id="rId7" Type="http://schemas.openxmlformats.org/officeDocument/2006/relationships/image" Target="../media/image179.png"/><Relationship Id="rId12" Type="http://schemas.openxmlformats.org/officeDocument/2006/relationships/image" Target="../media/image184.svg"/><Relationship Id="rId17" Type="http://schemas.openxmlformats.org/officeDocument/2006/relationships/image" Target="../media/image189.png"/><Relationship Id="rId25" Type="http://schemas.openxmlformats.org/officeDocument/2006/relationships/image" Target="../media/image197.png"/><Relationship Id="rId33" Type="http://schemas.openxmlformats.org/officeDocument/2006/relationships/image" Target="../media/image205.png"/><Relationship Id="rId38" Type="http://schemas.openxmlformats.org/officeDocument/2006/relationships/image" Target="../media/image210.sv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88.svg"/><Relationship Id="rId20" Type="http://schemas.openxmlformats.org/officeDocument/2006/relationships/image" Target="../media/image192.svg"/><Relationship Id="rId29" Type="http://schemas.openxmlformats.org/officeDocument/2006/relationships/image" Target="../media/image2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8.svg"/><Relationship Id="rId11" Type="http://schemas.openxmlformats.org/officeDocument/2006/relationships/image" Target="../media/image183.png"/><Relationship Id="rId24" Type="http://schemas.openxmlformats.org/officeDocument/2006/relationships/image" Target="../media/image196.svg"/><Relationship Id="rId32" Type="http://schemas.openxmlformats.org/officeDocument/2006/relationships/image" Target="../media/image204.svg"/><Relationship Id="rId37" Type="http://schemas.openxmlformats.org/officeDocument/2006/relationships/image" Target="../media/image209.png"/><Relationship Id="rId5" Type="http://schemas.openxmlformats.org/officeDocument/2006/relationships/image" Target="../media/image177.png"/><Relationship Id="rId15" Type="http://schemas.openxmlformats.org/officeDocument/2006/relationships/image" Target="../media/image187.png"/><Relationship Id="rId23" Type="http://schemas.openxmlformats.org/officeDocument/2006/relationships/image" Target="../media/image195.png"/><Relationship Id="rId28" Type="http://schemas.openxmlformats.org/officeDocument/2006/relationships/image" Target="../media/image200.svg"/><Relationship Id="rId36" Type="http://schemas.openxmlformats.org/officeDocument/2006/relationships/image" Target="../media/image208.svg"/><Relationship Id="rId10" Type="http://schemas.openxmlformats.org/officeDocument/2006/relationships/image" Target="../media/image182.svg"/><Relationship Id="rId19" Type="http://schemas.openxmlformats.org/officeDocument/2006/relationships/image" Target="../media/image191.png"/><Relationship Id="rId31" Type="http://schemas.openxmlformats.org/officeDocument/2006/relationships/image" Target="../media/image203.png"/><Relationship Id="rId4" Type="http://schemas.openxmlformats.org/officeDocument/2006/relationships/image" Target="../media/image176.svg"/><Relationship Id="rId9" Type="http://schemas.openxmlformats.org/officeDocument/2006/relationships/image" Target="../media/image181.png"/><Relationship Id="rId14" Type="http://schemas.openxmlformats.org/officeDocument/2006/relationships/image" Target="../media/image186.svg"/><Relationship Id="rId22" Type="http://schemas.openxmlformats.org/officeDocument/2006/relationships/image" Target="../media/image194.svg"/><Relationship Id="rId27" Type="http://schemas.openxmlformats.org/officeDocument/2006/relationships/image" Target="../media/image199.svg"/><Relationship Id="rId30" Type="http://schemas.openxmlformats.org/officeDocument/2006/relationships/image" Target="../media/image202.svg"/><Relationship Id="rId35" Type="http://schemas.openxmlformats.org/officeDocument/2006/relationships/image" Target="../media/image207.png"/><Relationship Id="rId8" Type="http://schemas.openxmlformats.org/officeDocument/2006/relationships/image" Target="../media/image180.svg"/><Relationship Id="rId3" Type="http://schemas.openxmlformats.org/officeDocument/2006/relationships/image" Target="../media/image17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83E84017-2EEF-4C6E-865B-B0C4FEC85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3"/>
            <a:ext cx="24387175" cy="137160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2584773" y="-3721137"/>
            <a:ext cx="29546010" cy="1743714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sp>
        <p:nvSpPr>
          <p:cNvPr id="6" name="Shape 1"/>
          <p:cNvSpPr/>
          <p:nvPr/>
        </p:nvSpPr>
        <p:spPr>
          <a:xfrm>
            <a:off x="17502788" y="11787718"/>
            <a:ext cx="270967" cy="270933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Shape 2"/>
          <p:cNvSpPr/>
          <p:nvPr/>
        </p:nvSpPr>
        <p:spPr>
          <a:xfrm>
            <a:off x="18044723" y="11787718"/>
            <a:ext cx="270967" cy="2709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8" name="Shape 3"/>
          <p:cNvSpPr/>
          <p:nvPr/>
        </p:nvSpPr>
        <p:spPr>
          <a:xfrm>
            <a:off x="18315689" y="11584518"/>
            <a:ext cx="203225" cy="20320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Shape 4"/>
          <p:cNvSpPr/>
          <p:nvPr/>
        </p:nvSpPr>
        <p:spPr>
          <a:xfrm>
            <a:off x="17739885" y="11449050"/>
            <a:ext cx="338709" cy="3386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" name="Text 6"/>
          <p:cNvSpPr/>
          <p:nvPr/>
        </p:nvSpPr>
        <p:spPr>
          <a:xfrm>
            <a:off x="1545455" y="5318051"/>
            <a:ext cx="16973459" cy="4174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0"/>
              </a:lnSpc>
              <a:buNone/>
            </a:pPr>
            <a:r>
              <a:rPr lang="zh-CN" altLang="en-US" sz="11500" kern="0" spc="-258" dirty="0">
                <a:solidFill>
                  <a:srgbClr val="FFFFFF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  <a:cs typeface="Archivo Bold" pitchFamily="34" charset="-120"/>
              </a:rPr>
              <a:t>知汇：企业知识管理系统</a:t>
            </a:r>
            <a:endParaRPr lang="en-US" sz="11500" dirty="0">
              <a:latin typeface="STZhongsong" panose="02010600040101010101" pitchFamily="2" charset="-122"/>
              <a:ea typeface="STZhongsong" panose="02010600040101010101" pitchFamily="2" charset="-122"/>
            </a:endParaRPr>
          </a:p>
        </p:txBody>
      </p:sp>
      <p:pic>
        <p:nvPicPr>
          <p:cNvPr id="2" name="图片 1" descr="950402ed72d629f8190ce4dd0bd53429">
            <a:extLst>
              <a:ext uri="{FF2B5EF4-FFF2-40B4-BE49-F238E27FC236}">
                <a16:creationId xmlns:a16="http://schemas.microsoft.com/office/drawing/2014/main" id="{9D2EDC26-81F3-04DA-9284-06072D6E10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009" y="10067088"/>
            <a:ext cx="2432610" cy="243261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AFD18BD-FA53-3C00-C51A-E6404D9576E7}"/>
              </a:ext>
            </a:extLst>
          </p:cNvPr>
          <p:cNvSpPr txBox="1"/>
          <p:nvPr/>
        </p:nvSpPr>
        <p:spPr>
          <a:xfrm>
            <a:off x="4447597" y="10741164"/>
            <a:ext cx="87824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dirty="0">
                <a:solidFill>
                  <a:schemeClr val="bg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第六组</a:t>
            </a:r>
            <a:r>
              <a:rPr kumimoji="1" lang="en-US" altLang="zh-CN" sz="4000" dirty="0">
                <a:solidFill>
                  <a:schemeClr val="bg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	</a:t>
            </a:r>
            <a:r>
              <a:rPr kumimoji="1" lang="zh-CN" altLang="en-US" sz="4000" dirty="0">
                <a:solidFill>
                  <a:schemeClr val="bg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杨佳兴 吴亚南 赖智垣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3"/>
            <a:ext cx="24387175" cy="137160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2584773" y="-3721137"/>
            <a:ext cx="29546010" cy="17437140"/>
          </a:xfrm>
          <a:prstGeom prst="rect">
            <a:avLst/>
          </a:prstGeom>
          <a:noFill/>
        </p:spPr>
        <p:txBody>
          <a:bodyPr/>
          <a:lstStyle/>
          <a:p>
            <a:endParaRPr lang="en-ID"/>
          </a:p>
        </p:txBody>
      </p:sp>
      <p:sp>
        <p:nvSpPr>
          <p:cNvPr id="6" name="Shape 1"/>
          <p:cNvSpPr/>
          <p:nvPr/>
        </p:nvSpPr>
        <p:spPr>
          <a:xfrm>
            <a:off x="17502788" y="11787718"/>
            <a:ext cx="270967" cy="270933"/>
          </a:xfrm>
          <a:prstGeom prst="ellipse">
            <a:avLst/>
          </a:prstGeom>
          <a:solidFill>
            <a:srgbClr val="FFFFFF">
              <a:alpha val="5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7" name="Shape 2"/>
          <p:cNvSpPr/>
          <p:nvPr/>
        </p:nvSpPr>
        <p:spPr>
          <a:xfrm>
            <a:off x="18044723" y="11787718"/>
            <a:ext cx="270967" cy="270933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8" name="Shape 3"/>
          <p:cNvSpPr/>
          <p:nvPr/>
        </p:nvSpPr>
        <p:spPr>
          <a:xfrm>
            <a:off x="18315689" y="11584518"/>
            <a:ext cx="203225" cy="203200"/>
          </a:xfrm>
          <a:prstGeom prst="ellipse">
            <a:avLst/>
          </a:prstGeom>
          <a:solidFill>
            <a:srgbClr val="FFFFFF">
              <a:alpha val="5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9" name="Shape 4"/>
          <p:cNvSpPr/>
          <p:nvPr/>
        </p:nvSpPr>
        <p:spPr>
          <a:xfrm>
            <a:off x="17739885" y="11449050"/>
            <a:ext cx="338709" cy="338667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11" name="Text 6"/>
          <p:cNvSpPr/>
          <p:nvPr/>
        </p:nvSpPr>
        <p:spPr>
          <a:xfrm>
            <a:off x="1524191" y="1447800"/>
            <a:ext cx="11389090" cy="41740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algn="l">
              <a:lnSpc>
                <a:spcPts val="10000"/>
              </a:lnSpc>
              <a:buClrTx/>
              <a:buSzTx/>
              <a:buFontTx/>
              <a:buNone/>
            </a:pPr>
            <a:r>
              <a:rPr lang="zh-CN" altLang="en-US" sz="8600" b="1" kern="0" spc="-258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一个员工离职后，</a:t>
            </a:r>
          </a:p>
          <a:p>
            <a:pPr marL="0" algn="l">
              <a:lnSpc>
                <a:spcPts val="10000"/>
              </a:lnSpc>
              <a:buClrTx/>
              <a:buSzTx/>
              <a:buFontTx/>
              <a:buNone/>
            </a:pPr>
            <a:endParaRPr lang="zh-CN" altLang="en-US" sz="8600" b="1" kern="0" spc="-258" dirty="0">
              <a:solidFill>
                <a:srgbClr val="FFFFFF">
                  <a:alpha val="100000"/>
                </a:srgbClr>
              </a:solidFill>
              <a:latin typeface="Archivo Bold" pitchFamily="34" charset="0"/>
              <a:ea typeface="Archivo Bold" pitchFamily="34" charset="-122"/>
              <a:cs typeface="Archivo Bold" pitchFamily="34" charset="-12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524191" y="5562600"/>
            <a:ext cx="7062083" cy="711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3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70815" y="1584325"/>
            <a:ext cx="11285855" cy="1136840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3665" y="2780030"/>
            <a:ext cx="10314305" cy="1435100"/>
          </a:xfrm>
          <a:prstGeom prst="rect">
            <a:avLst/>
          </a:prstGeom>
        </p:spPr>
      </p:pic>
      <p:sp>
        <p:nvSpPr>
          <p:cNvPr id="54" name="文本框 53"/>
          <p:cNvSpPr txBox="1"/>
          <p:nvPr/>
        </p:nvSpPr>
        <p:spPr>
          <a:xfrm>
            <a:off x="1298575" y="4684395"/>
            <a:ext cx="11079480" cy="10369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lvl="1" indent="0" algn="l" fontAlgn="auto">
              <a:lnSpc>
                <a:spcPct val="120000"/>
              </a:lnSpc>
              <a:buClr>
                <a:srgbClr val="FFFFFF"/>
              </a:buClr>
              <a:buFont typeface="Arial" panose="020B0604020202020204"/>
              <a:buNone/>
            </a:pPr>
            <a:r>
              <a:rPr lang="zh-CN" altLang="en-US" sz="40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我们的故事，从一次普通的项目交接开始。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292225" y="5760085"/>
            <a:ext cx="11212830" cy="28606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lvl="1" indent="0" algn="l" fontAlgn="auto">
              <a:lnSpc>
                <a:spcPct val="120000"/>
              </a:lnSpc>
              <a:buClr>
                <a:srgbClr val="FFFFFF"/>
              </a:buClr>
              <a:buFont typeface="Arial" panose="020B0604020202020204"/>
              <a:buNone/>
            </a:pPr>
            <a:r>
              <a:rPr lang="zh-CN" altLang="en-US" sz="3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老员工负责过多个项目，也处理过许多故障和客户问题。</a:t>
            </a:r>
          </a:p>
          <a:p>
            <a:pPr marL="342900" lvl="1" indent="0" algn="l" fontAlgn="auto">
              <a:lnSpc>
                <a:spcPct val="120000"/>
              </a:lnSpc>
              <a:buClr>
                <a:srgbClr val="FFFFFF"/>
              </a:buClr>
              <a:buFont typeface="Arial" panose="020B0604020202020204"/>
              <a:buNone/>
            </a:pPr>
            <a:r>
              <a:rPr lang="zh-CN" altLang="en-US" sz="3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但这些经验散落在</a:t>
            </a:r>
            <a:r>
              <a:rPr lang="zh-CN" altLang="en-US" sz="3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聊天记录、邮件附件、个人电脑和群文件</a:t>
            </a:r>
            <a:r>
              <a:rPr lang="zh-CN" altLang="en-US" sz="3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里。</a:t>
            </a:r>
          </a:p>
          <a:p>
            <a:pPr marL="342900" lvl="1" indent="0" algn="l" fontAlgn="auto">
              <a:lnSpc>
                <a:spcPct val="120000"/>
              </a:lnSpc>
              <a:buClr>
                <a:srgbClr val="FFFFFF"/>
              </a:buClr>
              <a:buFont typeface="Arial" panose="020B0604020202020204"/>
              <a:buNone/>
            </a:pPr>
            <a:r>
              <a:rPr lang="zh-CN" altLang="en-US" sz="3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新人接手后，只能一边翻资料，一边反复问人，很多问题又被重新解决了一遍。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9715" y="10463530"/>
            <a:ext cx="13527405" cy="782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6B879-E580-B9C8-773E-149D2BE0C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0BBDAF7F-E986-FC6E-7B5F-30F5DAEF396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0" y="-3"/>
            <a:ext cx="24387175" cy="13716005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C6CE7B97-82CA-CBDF-3B66-7D3B17FFA472}"/>
              </a:ext>
            </a:extLst>
          </p:cNvPr>
          <p:cNvSpPr/>
          <p:nvPr/>
        </p:nvSpPr>
        <p:spPr>
          <a:xfrm>
            <a:off x="1143635" y="2776855"/>
            <a:ext cx="16516350" cy="11658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40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</a:rPr>
              <a:t>企业每天都在产生知识，但很多知识没有被沉淀、审核、复用和度量。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8AB4840-B060-80B7-1D56-A3C58ED9DA16}"/>
              </a:ext>
            </a:extLst>
          </p:cNvPr>
          <p:cNvSpPr/>
          <p:nvPr/>
        </p:nvSpPr>
        <p:spPr>
          <a:xfrm>
            <a:off x="1139190" y="644525"/>
            <a:ext cx="20772120" cy="15195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algn="l">
              <a:lnSpc>
                <a:spcPts val="10000"/>
              </a:lnSpc>
              <a:buClrTx/>
              <a:buSzTx/>
              <a:buFontTx/>
              <a:buNone/>
            </a:pPr>
            <a:r>
              <a:rPr lang="zh-CN" altLang="en-US" sz="6600" b="1" kern="0" spc="-258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从个人经验到组织资产：为什么企业需要知识管理</a:t>
            </a:r>
            <a:r>
              <a:rPr lang="en-US" altLang="zh-CN" sz="6600" b="1" kern="0" spc="-258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MIS</a:t>
            </a:r>
            <a:r>
              <a:rPr lang="zh-CN" altLang="en-US" sz="6600" b="1" kern="0" spc="-258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？</a:t>
            </a:r>
          </a:p>
        </p:txBody>
      </p:sp>
      <p:sp>
        <p:nvSpPr>
          <p:cNvPr id="10" name="Shape 13">
            <a:extLst>
              <a:ext uri="{FF2B5EF4-FFF2-40B4-BE49-F238E27FC236}">
                <a16:creationId xmlns:a16="http://schemas.microsoft.com/office/drawing/2014/main" id="{4C022C02-954E-86FF-27D2-A16D4130561F}"/>
              </a:ext>
            </a:extLst>
          </p:cNvPr>
          <p:cNvSpPr/>
          <p:nvPr/>
        </p:nvSpPr>
        <p:spPr>
          <a:xfrm>
            <a:off x="22354794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12293EA6-6AF7-E46E-5BA1-B7E6153BC662}"/>
              </a:ext>
            </a:extLst>
          </p:cNvPr>
          <p:cNvSpPr/>
          <p:nvPr/>
        </p:nvSpPr>
        <p:spPr>
          <a:xfrm>
            <a:off x="22625763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3F6CB347-6FEC-FBA7-7F4D-A8C9C2EF41A9}"/>
              </a:ext>
            </a:extLst>
          </p:cNvPr>
          <p:cNvSpPr/>
          <p:nvPr/>
        </p:nvSpPr>
        <p:spPr>
          <a:xfrm>
            <a:off x="22761245" y="1528232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889F1C6-624B-BC10-5DAF-2598ADCA0C31}"/>
              </a:ext>
            </a:extLst>
          </p:cNvPr>
          <p:cNvSpPr/>
          <p:nvPr/>
        </p:nvSpPr>
        <p:spPr>
          <a:xfrm>
            <a:off x="22473344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3606491-F552-EBE9-9AF9-10B7CFE19ECB}"/>
              </a:ext>
            </a:extLst>
          </p:cNvPr>
          <p:cNvSpPr/>
          <p:nvPr/>
        </p:nvSpPr>
        <p:spPr>
          <a:xfrm>
            <a:off x="14263883" y="3296952"/>
            <a:ext cx="8344943" cy="8343900"/>
          </a:xfrm>
          <a:prstGeom prst="ellipse">
            <a:avLst/>
          </a:prstGeom>
          <a:solidFill>
            <a:srgbClr val="D9D9D9">
              <a:alpha val="1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B822681B-8626-1820-CFDB-71024B40CC39}"/>
              </a:ext>
            </a:extLst>
          </p:cNvPr>
          <p:cNvSpPr/>
          <p:nvPr/>
        </p:nvSpPr>
        <p:spPr>
          <a:xfrm>
            <a:off x="13734871" y="2788952"/>
            <a:ext cx="9272159" cy="9271000"/>
          </a:xfrm>
          <a:prstGeom prst="ellipse">
            <a:avLst/>
          </a:prstGeom>
          <a:solidFill>
            <a:srgbClr val="D9D9D9">
              <a:alpha val="1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74371B90-9742-8896-C640-7629A8A361B8}"/>
              </a:ext>
            </a:extLst>
          </p:cNvPr>
          <p:cNvSpPr/>
          <p:nvPr/>
        </p:nvSpPr>
        <p:spPr>
          <a:xfrm>
            <a:off x="20098960" y="9652000"/>
            <a:ext cx="762095" cy="762000"/>
          </a:xfrm>
          <a:prstGeom prst="rect">
            <a:avLst/>
          </a:prstGeom>
          <a:noFill/>
        </p:spPr>
        <p:txBody>
          <a:bodyPr/>
          <a:lstStyle/>
          <a:p>
            <a:endParaRPr lang="en-ID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E8D83EDC-F559-3D24-3C0E-B3FA22C25AD8}"/>
              </a:ext>
            </a:extLst>
          </p:cNvPr>
          <p:cNvSpPr/>
          <p:nvPr/>
        </p:nvSpPr>
        <p:spPr>
          <a:xfrm>
            <a:off x="21203998" y="6032500"/>
            <a:ext cx="762095" cy="762000"/>
          </a:xfrm>
          <a:prstGeom prst="rect">
            <a:avLst/>
          </a:prstGeom>
          <a:noFill/>
        </p:spPr>
        <p:txBody>
          <a:bodyPr/>
          <a:lstStyle/>
          <a:p>
            <a:endParaRPr lang="en-ID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29AD34A9-C610-9F06-D1FB-4679C37EF1E0}"/>
              </a:ext>
            </a:extLst>
          </p:cNvPr>
          <p:cNvSpPr/>
          <p:nvPr/>
        </p:nvSpPr>
        <p:spPr>
          <a:xfrm>
            <a:off x="18079407" y="3911600"/>
            <a:ext cx="762095" cy="762000"/>
          </a:xfrm>
          <a:prstGeom prst="rect">
            <a:avLst/>
          </a:prstGeom>
          <a:noFill/>
        </p:spPr>
        <p:txBody>
          <a:bodyPr/>
          <a:lstStyle/>
          <a:p>
            <a:endParaRPr lang="en-ID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6861EA24-35EA-76FE-3D0E-6F0363A145F0}"/>
              </a:ext>
            </a:extLst>
          </p:cNvPr>
          <p:cNvSpPr/>
          <p:nvPr/>
        </p:nvSpPr>
        <p:spPr>
          <a:xfrm>
            <a:off x="15094534" y="6032500"/>
            <a:ext cx="762095" cy="762000"/>
          </a:xfrm>
          <a:prstGeom prst="rect">
            <a:avLst/>
          </a:prstGeom>
          <a:noFill/>
        </p:spPr>
        <p:txBody>
          <a:bodyPr/>
          <a:lstStyle/>
          <a:p>
            <a:endParaRPr lang="en-ID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F3E0402F-1E10-8AB2-44F1-40637EC2D2EE}"/>
              </a:ext>
            </a:extLst>
          </p:cNvPr>
          <p:cNvSpPr/>
          <p:nvPr/>
        </p:nvSpPr>
        <p:spPr>
          <a:xfrm>
            <a:off x="16009049" y="9652000"/>
            <a:ext cx="762095" cy="762000"/>
          </a:xfrm>
          <a:prstGeom prst="rect">
            <a:avLst/>
          </a:prstGeom>
          <a:noFill/>
        </p:spPr>
        <p:txBody>
          <a:bodyPr/>
          <a:lstStyle/>
          <a:p>
            <a:endParaRPr lang="en-ID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56D923-5297-EB3B-ED00-17FE442DF10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7569180" y="8236585"/>
            <a:ext cx="4357370" cy="103251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66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价值看不见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A8121FA-E9BC-30FA-2565-1B89F2E0C44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07874" y="8209613"/>
            <a:ext cx="3374240" cy="103259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6600" b="1">
                <a:solidFill>
                  <a:srgbClr val="5780CA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知识分散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408A3CD-CD50-F7F1-9EF7-551A70575CD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434330" y="5511165"/>
            <a:ext cx="4888865" cy="103251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66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质量不可控</a:t>
            </a:r>
          </a:p>
        </p:txBody>
      </p:sp>
      <p:cxnSp>
        <p:nvCxnSpPr>
          <p:cNvPr id="30" name="肘形连接符 29">
            <a:extLst>
              <a:ext uri="{FF2B5EF4-FFF2-40B4-BE49-F238E27FC236}">
                <a16:creationId xmlns:a16="http://schemas.microsoft.com/office/drawing/2014/main" id="{985199E0-291A-AF10-A94B-7549B10005BD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 rot="16200000">
            <a:off x="15356367" y="10231085"/>
            <a:ext cx="2731527" cy="746680"/>
          </a:xfrm>
          <a:prstGeom prst="bentConnector2">
            <a:avLst/>
          </a:prstGeom>
          <a:ln w="12700">
            <a:solidFill>
              <a:schemeClr val="tx1">
                <a:lumMod val="50000"/>
                <a:lumOff val="50000"/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D7930E0F-607C-AAD6-B3EA-94C471F2A6E4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 flipH="1">
            <a:off x="17095470" y="9171318"/>
            <a:ext cx="132323" cy="133505"/>
          </a:xfrm>
          <a:prstGeom prst="ellipse">
            <a:avLst/>
          </a:prstGeom>
          <a:solidFill>
            <a:schemeClr val="accent2"/>
          </a:solidFill>
          <a:ln w="53975">
            <a:solidFill>
              <a:schemeClr val="accent2">
                <a:alpha val="44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cxnSp>
        <p:nvCxnSpPr>
          <p:cNvPr id="32" name="肘形连接符 31">
            <a:extLst>
              <a:ext uri="{FF2B5EF4-FFF2-40B4-BE49-F238E27FC236}">
                <a16:creationId xmlns:a16="http://schemas.microsoft.com/office/drawing/2014/main" id="{5E5310B2-6ABB-8597-D64F-983904881C0E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7122797" y="9238661"/>
            <a:ext cx="855374" cy="2517684"/>
          </a:xfrm>
          <a:prstGeom prst="bentConnector2">
            <a:avLst/>
          </a:prstGeom>
          <a:ln w="12700">
            <a:solidFill>
              <a:schemeClr val="tx1">
                <a:lumMod val="50000"/>
                <a:lumOff val="50000"/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椭圆 32">
            <a:extLst>
              <a:ext uri="{FF2B5EF4-FFF2-40B4-BE49-F238E27FC236}">
                <a16:creationId xmlns:a16="http://schemas.microsoft.com/office/drawing/2014/main" id="{D0B0C0EE-2B6A-3DBA-5751-D63B07552F0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6989292" y="9171318"/>
            <a:ext cx="133505" cy="133505"/>
          </a:xfrm>
          <a:prstGeom prst="ellipse">
            <a:avLst/>
          </a:prstGeom>
          <a:solidFill>
            <a:schemeClr val="accent1"/>
          </a:solidFill>
          <a:ln w="53975">
            <a:solidFill>
              <a:schemeClr val="accent1">
                <a:alpha val="44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cxnSp>
        <p:nvCxnSpPr>
          <p:cNvPr id="34" name="肘形连接符 33">
            <a:extLst>
              <a:ext uri="{FF2B5EF4-FFF2-40B4-BE49-F238E27FC236}">
                <a16:creationId xmlns:a16="http://schemas.microsoft.com/office/drawing/2014/main" id="{F07A68BB-C795-D2BC-79D6-C9667B886135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10596278" y="6523674"/>
            <a:ext cx="568281" cy="2976089"/>
          </a:xfrm>
          <a:prstGeom prst="bentConnector2">
            <a:avLst/>
          </a:prstGeom>
          <a:ln w="12700">
            <a:solidFill>
              <a:schemeClr val="tx1">
                <a:lumMod val="50000"/>
                <a:lumOff val="50000"/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肘形连接符 34">
            <a:extLst>
              <a:ext uri="{FF2B5EF4-FFF2-40B4-BE49-F238E27FC236}">
                <a16:creationId xmlns:a16="http://schemas.microsoft.com/office/drawing/2014/main" id="{2061F060-0635-F3F6-A02D-9E86DF6C680C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 rot="16200000">
            <a:off x="11860437" y="7729941"/>
            <a:ext cx="3197021" cy="648620"/>
          </a:xfrm>
          <a:prstGeom prst="bentConnector3">
            <a:avLst>
              <a:gd name="adj1" fmla="val 98355"/>
            </a:avLst>
          </a:prstGeom>
          <a:ln w="12700">
            <a:solidFill>
              <a:schemeClr val="tx1">
                <a:lumMod val="50000"/>
                <a:lumOff val="50000"/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任意多边形 66">
            <a:extLst>
              <a:ext uri="{FF2B5EF4-FFF2-40B4-BE49-F238E27FC236}">
                <a16:creationId xmlns:a16="http://schemas.microsoft.com/office/drawing/2014/main" id="{DD6FEC87-B4B9-B26D-7D00-523D25750C03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7037732" y="10129479"/>
            <a:ext cx="3853911" cy="3217106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974" h="3317">
                <a:moveTo>
                  <a:pt x="1415" y="0"/>
                </a:moveTo>
                <a:lnTo>
                  <a:pt x="3974" y="2560"/>
                </a:lnTo>
                <a:lnTo>
                  <a:pt x="3968" y="2567"/>
                </a:lnTo>
                <a:cubicBezTo>
                  <a:pt x="3800" y="2777"/>
                  <a:pt x="3682" y="3028"/>
                  <a:pt x="3632" y="3303"/>
                </a:cubicBezTo>
                <a:lnTo>
                  <a:pt x="3630" y="3317"/>
                </a:lnTo>
                <a:lnTo>
                  <a:pt x="0" y="3317"/>
                </a:lnTo>
                <a:lnTo>
                  <a:pt x="3" y="3256"/>
                </a:lnTo>
                <a:cubicBezTo>
                  <a:pt x="82" y="2013"/>
                  <a:pt x="593" y="887"/>
                  <a:pt x="1388" y="28"/>
                </a:cubicBezTo>
                <a:lnTo>
                  <a:pt x="1415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1">
                <a:lumMod val="20000"/>
                <a:lumOff val="80000"/>
                <a:alpha val="30000"/>
              </a:schemeClr>
            </a:innerShdw>
          </a:effectLst>
        </p:spPr>
        <p:txBody>
          <a:bodyPr wrap="square" lIns="71437" tIns="71437" rIns="71437" bIns="71437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en-US" sz="2800" dirty="0">
              <a:solidFill>
                <a:schemeClr val="tx1"/>
              </a:solidFill>
              <a:latin typeface="+mj-lt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7" name="任意多边形 67">
            <a:extLst>
              <a:ext uri="{FF2B5EF4-FFF2-40B4-BE49-F238E27FC236}">
                <a16:creationId xmlns:a16="http://schemas.microsoft.com/office/drawing/2014/main" id="{D25FC89A-9091-8480-F888-B5E2B3470F3F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2269221" y="8522698"/>
            <a:ext cx="3332889" cy="385391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436" h="3973">
                <a:moveTo>
                  <a:pt x="0" y="0"/>
                </a:moveTo>
                <a:lnTo>
                  <a:pt x="45" y="1"/>
                </a:lnTo>
                <a:cubicBezTo>
                  <a:pt x="1352" y="49"/>
                  <a:pt x="2536" y="574"/>
                  <a:pt x="3430" y="1407"/>
                </a:cubicBezTo>
                <a:lnTo>
                  <a:pt x="3436" y="1413"/>
                </a:lnTo>
                <a:lnTo>
                  <a:pt x="876" y="3973"/>
                </a:lnTo>
                <a:lnTo>
                  <a:pt x="874" y="3972"/>
                </a:lnTo>
                <a:cubicBezTo>
                  <a:pt x="639" y="3783"/>
                  <a:pt x="351" y="3658"/>
                  <a:pt x="36" y="3622"/>
                </a:cubicBezTo>
                <a:lnTo>
                  <a:pt x="0" y="36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1">
                <a:lumMod val="20000"/>
                <a:lumOff val="80000"/>
                <a:alpha val="30000"/>
              </a:schemeClr>
            </a:innerShdw>
          </a:effectLst>
        </p:spPr>
        <p:txBody>
          <a:bodyPr wrap="square" lIns="71437" tIns="71437" rIns="71437" bIns="71437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en-US" sz="2800" dirty="0">
              <a:solidFill>
                <a:schemeClr val="tx1"/>
              </a:solidFill>
              <a:latin typeface="+mj-lt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8" name="任意多边形 68">
            <a:extLst>
              <a:ext uri="{FF2B5EF4-FFF2-40B4-BE49-F238E27FC236}">
                <a16:creationId xmlns:a16="http://schemas.microsoft.com/office/drawing/2014/main" id="{B94AE054-580C-9F46-6433-9C1854700841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8614976" y="8522698"/>
            <a:ext cx="3363607" cy="388108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468" h="4001">
                <a:moveTo>
                  <a:pt x="3468" y="0"/>
                </a:moveTo>
                <a:lnTo>
                  <a:pt x="3468" y="3619"/>
                </a:lnTo>
                <a:lnTo>
                  <a:pt x="3432" y="3622"/>
                </a:lnTo>
                <a:cubicBezTo>
                  <a:pt x="3102" y="3660"/>
                  <a:pt x="2802" y="3795"/>
                  <a:pt x="2561" y="3998"/>
                </a:cubicBezTo>
                <a:lnTo>
                  <a:pt x="2558" y="4001"/>
                </a:lnTo>
                <a:lnTo>
                  <a:pt x="0" y="1443"/>
                </a:lnTo>
                <a:lnTo>
                  <a:pt x="18" y="1426"/>
                </a:lnTo>
                <a:cubicBezTo>
                  <a:pt x="914" y="582"/>
                  <a:pt x="2106" y="49"/>
                  <a:pt x="3423" y="1"/>
                </a:cubicBezTo>
                <a:lnTo>
                  <a:pt x="3468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80000"/>
                  <a:lumOff val="2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39" name="任意多边形 69">
            <a:extLst>
              <a:ext uri="{FF2B5EF4-FFF2-40B4-BE49-F238E27FC236}">
                <a16:creationId xmlns:a16="http://schemas.microsoft.com/office/drawing/2014/main" id="{4ED7D32D-465A-67A3-A5FA-A69F256F71B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3328987" y="10098761"/>
            <a:ext cx="3881084" cy="324782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4002" h="3348">
                <a:moveTo>
                  <a:pt x="2558" y="0"/>
                </a:moveTo>
                <a:lnTo>
                  <a:pt x="2589" y="33"/>
                </a:lnTo>
                <a:cubicBezTo>
                  <a:pt x="3398" y="896"/>
                  <a:pt x="3919" y="2032"/>
                  <a:pt x="3999" y="3287"/>
                </a:cubicBezTo>
                <a:lnTo>
                  <a:pt x="4002" y="3348"/>
                </a:lnTo>
                <a:lnTo>
                  <a:pt x="372" y="3348"/>
                </a:lnTo>
                <a:lnTo>
                  <a:pt x="370" y="3335"/>
                </a:lnTo>
                <a:cubicBezTo>
                  <a:pt x="318" y="3048"/>
                  <a:pt x="193" y="2787"/>
                  <a:pt x="13" y="2573"/>
                </a:cubicBezTo>
                <a:lnTo>
                  <a:pt x="0" y="2558"/>
                </a:lnTo>
                <a:lnTo>
                  <a:pt x="2558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80000"/>
                  <a:lumOff val="2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7C789051-E332-EEC0-574E-90318CA9FC57}"/>
              </a:ext>
            </a:extLst>
          </p:cNvPr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0462774" y="6456331"/>
            <a:ext cx="133505" cy="133505"/>
          </a:xfrm>
          <a:prstGeom prst="ellipse">
            <a:avLst/>
          </a:prstGeom>
          <a:solidFill>
            <a:schemeClr val="accent2"/>
          </a:solidFill>
          <a:ln w="53975">
            <a:solidFill>
              <a:schemeClr val="accent2">
                <a:alpha val="44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3E1743B9-2D7B-7FEF-38E6-69017DEBB1E5}"/>
              </a:ext>
            </a:extLst>
          </p:cNvPr>
          <p:cNvSpPr>
            <a:spLocks noChangeAspect="1"/>
          </p:cNvSpPr>
          <p:nvPr>
            <p:custDataLst>
              <p:tags r:id="rId15"/>
            </p:custDataLst>
          </p:nvPr>
        </p:nvSpPr>
        <p:spPr>
          <a:xfrm flipH="1">
            <a:off x="13717686" y="6456331"/>
            <a:ext cx="133505" cy="133505"/>
          </a:xfrm>
          <a:prstGeom prst="ellipse">
            <a:avLst/>
          </a:prstGeom>
          <a:solidFill>
            <a:schemeClr val="accent1"/>
          </a:solidFill>
          <a:ln w="53975">
            <a:solidFill>
              <a:schemeClr val="accent1">
                <a:alpha val="44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1469284-D4D0-E305-4578-F1723C704B2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4317345" y="4721860"/>
            <a:ext cx="5000625" cy="184023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6600" b="1">
                <a:solidFill>
                  <a:srgbClr val="6087CD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复用困难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CB65DFA-F244-A866-6AFB-987D96E96C08}"/>
              </a:ext>
            </a:extLst>
          </p:cNvPr>
          <p:cNvSpPr txBox="1"/>
          <p:nvPr/>
        </p:nvSpPr>
        <p:spPr>
          <a:xfrm>
            <a:off x="1553845" y="9499600"/>
            <a:ext cx="5128260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zh-CN" altLang="en-US" sz="32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知识散落在聊天、邮件、群文件和个人电脑中，查找成本高。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7AA9B7D-E1DB-FF99-7303-845FFC975D03}"/>
              </a:ext>
            </a:extLst>
          </p:cNvPr>
          <p:cNvSpPr txBox="1"/>
          <p:nvPr/>
        </p:nvSpPr>
        <p:spPr>
          <a:xfrm>
            <a:off x="758190" y="5253355"/>
            <a:ext cx="5128260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zh-CN" altLang="en-US" sz="32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缺少统一审核机制，知识是否准确、过期、可复用难以判断。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0DBC99A-1353-5BEC-02A2-1A57F31076D1}"/>
              </a:ext>
            </a:extLst>
          </p:cNvPr>
          <p:cNvSpPr txBox="1"/>
          <p:nvPr/>
        </p:nvSpPr>
        <p:spPr>
          <a:xfrm>
            <a:off x="18201640" y="5089525"/>
            <a:ext cx="5128260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zh-CN" altLang="en-US" sz="32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历史经验没有结构化沉淀，同类问题反复摸索，造成重复劳动。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2D0A1EF-D8A2-934D-2875-9EBBACECB339}"/>
              </a:ext>
            </a:extLst>
          </p:cNvPr>
          <p:cNvSpPr txBox="1"/>
          <p:nvPr/>
        </p:nvSpPr>
        <p:spPr>
          <a:xfrm>
            <a:off x="17842230" y="9499600"/>
            <a:ext cx="5128260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zh-CN" altLang="en-US" sz="32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管理者难以看到知识使用频率、部门贡献和热门主题。</a:t>
            </a:r>
          </a:p>
        </p:txBody>
      </p:sp>
    </p:spTree>
    <p:extLst>
      <p:ext uri="{BB962C8B-B14F-4D97-AF65-F5344CB8AC3E}">
        <p14:creationId xmlns:p14="http://schemas.microsoft.com/office/powerpoint/2010/main" val="3443817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CE883-B281-43D0-9E76-6F6954DCF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75EF5F34-7183-85B1-A74E-BFC40BF1D08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0" y="-3"/>
            <a:ext cx="24387175" cy="13716005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4514F2D9-B4E8-1261-78CE-C65AD6C3EED4}"/>
              </a:ext>
            </a:extLst>
          </p:cNvPr>
          <p:cNvSpPr/>
          <p:nvPr/>
        </p:nvSpPr>
        <p:spPr>
          <a:xfrm>
            <a:off x="1524000" y="730250"/>
            <a:ext cx="21300440" cy="49676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0"/>
              </a:lnSpc>
              <a:buNone/>
            </a:pPr>
            <a:r>
              <a:rPr lang="zh-CN" altLang="en-US" sz="8000" b="1" kern="0" spc="-258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市场现状：工具很多，但知识治理体系并不完整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CC3AF0A-268F-91AA-85C7-FC4AF07C089F}"/>
              </a:ext>
            </a:extLst>
          </p:cNvPr>
          <p:cNvSpPr/>
          <p:nvPr/>
        </p:nvSpPr>
        <p:spPr>
          <a:xfrm>
            <a:off x="22354794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F4037AE3-EBAA-BF65-E303-61923913AEC0}"/>
              </a:ext>
            </a:extLst>
          </p:cNvPr>
          <p:cNvSpPr/>
          <p:nvPr/>
        </p:nvSpPr>
        <p:spPr>
          <a:xfrm>
            <a:off x="22625757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9CFE805E-4FC9-B516-0FDB-5EFBC0C43705}"/>
              </a:ext>
            </a:extLst>
          </p:cNvPr>
          <p:cNvSpPr/>
          <p:nvPr/>
        </p:nvSpPr>
        <p:spPr>
          <a:xfrm>
            <a:off x="22761245" y="1528233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FDAFEA9-22FF-EC50-3CC9-230BE5C2B158}"/>
              </a:ext>
            </a:extLst>
          </p:cNvPr>
          <p:cNvSpPr/>
          <p:nvPr/>
        </p:nvSpPr>
        <p:spPr>
          <a:xfrm>
            <a:off x="22473338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B2D9CA8-E99C-FF76-E47F-8A0D1107B59C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058035" y="4077335"/>
            <a:ext cx="11416665" cy="9061450"/>
            <a:chOff x="20953" y="4390"/>
            <a:chExt cx="15062" cy="15060"/>
          </a:xfrm>
        </p:grpSpPr>
        <p:pic>
          <p:nvPicPr>
            <p:cNvPr id="19" name="Image 2" descr=" ">
              <a:extLst>
                <a:ext uri="{FF2B5EF4-FFF2-40B4-BE49-F238E27FC236}">
                  <a16:creationId xmlns:a16="http://schemas.microsoft.com/office/drawing/2014/main" id="{9063AC6D-6E15-C721-9529-F0A3DF38CDE5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21003" y="4440"/>
              <a:ext cx="7081" cy="7080"/>
            </a:xfrm>
            <a:prstGeom prst="rect">
              <a:avLst/>
            </a:prstGeom>
          </p:spPr>
        </p:pic>
        <p:pic>
          <p:nvPicPr>
            <p:cNvPr id="21" name="Image 3" descr=" ">
              <a:extLst>
                <a:ext uri="{FF2B5EF4-FFF2-40B4-BE49-F238E27FC236}">
                  <a16:creationId xmlns:a16="http://schemas.microsoft.com/office/drawing/2014/main" id="{D5CFF2D4-CD52-4163-E048-E6FB67377BD7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28884" y="4440"/>
              <a:ext cx="7081" cy="7080"/>
            </a:xfrm>
            <a:prstGeom prst="rect">
              <a:avLst/>
            </a:prstGeom>
          </p:spPr>
        </p:pic>
        <p:pic>
          <p:nvPicPr>
            <p:cNvPr id="22" name="Image 4" descr=" ">
              <a:extLst>
                <a:ext uri="{FF2B5EF4-FFF2-40B4-BE49-F238E27FC236}">
                  <a16:creationId xmlns:a16="http://schemas.microsoft.com/office/drawing/2014/main" id="{0BABF974-0BF0-EABA-2477-4707C7FD8266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21003" y="12320"/>
              <a:ext cx="7081" cy="7080"/>
            </a:xfrm>
            <a:prstGeom prst="rect">
              <a:avLst/>
            </a:prstGeom>
          </p:spPr>
        </p:pic>
        <p:pic>
          <p:nvPicPr>
            <p:cNvPr id="23" name="Image 5" descr=" ">
              <a:extLst>
                <a:ext uri="{FF2B5EF4-FFF2-40B4-BE49-F238E27FC236}">
                  <a16:creationId xmlns:a16="http://schemas.microsoft.com/office/drawing/2014/main" id="{57AE8C29-9013-C0A0-DED4-ED26952B99D4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28884" y="12320"/>
              <a:ext cx="7081" cy="7080"/>
            </a:xfrm>
            <a:prstGeom prst="rect">
              <a:avLst/>
            </a:prstGeom>
          </p:spPr>
        </p:pic>
        <p:pic>
          <p:nvPicPr>
            <p:cNvPr id="24" name="Image 6" descr=" ">
              <a:extLst>
                <a:ext uri="{FF2B5EF4-FFF2-40B4-BE49-F238E27FC236}">
                  <a16:creationId xmlns:a16="http://schemas.microsoft.com/office/drawing/2014/main" id="{DBA95AA9-4B6C-E93A-7E7C-A1157812CCFE}"/>
                </a:ext>
              </a:extLst>
            </p:cNvPr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28474" y="4390"/>
              <a:ext cx="20" cy="15060"/>
            </a:xfrm>
            <a:prstGeom prst="rect">
              <a:avLst/>
            </a:prstGeom>
          </p:spPr>
        </p:pic>
        <p:pic>
          <p:nvPicPr>
            <p:cNvPr id="25" name="Image 7" descr=" ">
              <a:extLst>
                <a:ext uri="{FF2B5EF4-FFF2-40B4-BE49-F238E27FC236}">
                  <a16:creationId xmlns:a16="http://schemas.microsoft.com/office/drawing/2014/main" id="{8C016903-4F62-9BC7-D68E-18260664360B}"/>
                </a:ext>
              </a:extLst>
            </p:cNvPr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20953" y="11910"/>
              <a:ext cx="15062" cy="20"/>
            </a:xfrm>
            <a:prstGeom prst="rect">
              <a:avLst/>
            </a:prstGeom>
          </p:spPr>
        </p:pic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CD642DF-56B5-5336-4591-9CF736655A6E}"/>
              </a:ext>
            </a:extLst>
          </p:cNvPr>
          <p:cNvSpPr txBox="1"/>
          <p:nvPr/>
        </p:nvSpPr>
        <p:spPr>
          <a:xfrm>
            <a:off x="1524635" y="2252345"/>
            <a:ext cx="2112899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</a:rPr>
              <a:t>协同办公、在线文档、网盘和人工台账都能解决一部分问题，但很少完整覆盖知识从产生、审核、复用到统计的管理闭环。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166B20B-CE54-A456-6FBB-747AAB647EA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288540" y="5079365"/>
            <a:ext cx="5092700" cy="37166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代表：飞书、钉钉、企业微信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优势：沟通、文档、会议、审批能力强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局限：功能大而全，部门级知识治理不是唯一重点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F0A5354-CA10-E96A-D550-F655F12C6FF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112125" y="5078095"/>
            <a:ext cx="4911090" cy="38036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代表：飞书知识库、钉钉知识库、语雀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优势：文档沉淀、协同编辑、权限管理方便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局限：更偏内容承载，审核、反馈、统计闭环不一定突出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8C2CBCA-C8B0-0D2B-8163-97D0EA47DED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218690" y="9598660"/>
            <a:ext cx="4965700" cy="36874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代表：企业网盘、钉盘、微盘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优势：文件存储和共享方便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局限：能存资料，但难以判断资料质量、版本状态和复用价值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04BA255-12B8-9404-500F-F9327E25A00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8118475" y="9660255"/>
            <a:ext cx="5351145" cy="37636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代表：共享表格、微信群文件清单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优势：成本低，上手快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局限：检索弱、追踪难、统计难，长期维护成本高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516C91C-FA74-5C1F-4262-BDD13CB25B9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366645" y="4023995"/>
            <a:ext cx="5014595" cy="103251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4400" b="1">
                <a:solidFill>
                  <a:srgbClr val="5780CA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01</a:t>
            </a:r>
            <a:r>
              <a:rPr lang="zh-CN" altLang="en-US" sz="4400" b="1">
                <a:solidFill>
                  <a:srgbClr val="5780CA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综合协同平台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11895A1-AB09-07BE-1633-9D5163555A9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8153400" y="4072255"/>
            <a:ext cx="5838190" cy="9779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02 在线文档/知识库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0F0C6EA-BEF4-74FD-0731-B875313753CD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268220" y="8571865"/>
            <a:ext cx="5014595" cy="103251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4400" b="1">
                <a:solidFill>
                  <a:srgbClr val="5780CA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03</a:t>
            </a:r>
            <a:r>
              <a:rPr lang="zh-CN" altLang="en-US" sz="4400" b="1">
                <a:solidFill>
                  <a:srgbClr val="5780CA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网盘/文件夹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1A34EE8-590D-F8F5-C6E7-0440DCB2BC97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8168005" y="8651240"/>
            <a:ext cx="5838190" cy="9779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>
              <a:buClrTx/>
              <a:buSzTx/>
              <a:buFontTx/>
            </a:pPr>
            <a:r>
              <a:rPr lang="en-US" altLang="zh-CN" sz="4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04 Excel/</a:t>
            </a:r>
            <a:r>
              <a:rPr lang="zh-CN" altLang="en-US" sz="4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人工台账</a:t>
            </a:r>
          </a:p>
        </p:txBody>
      </p:sp>
      <p:sp>
        <p:nvSpPr>
          <p:cNvPr id="35" name="右箭头 34">
            <a:extLst>
              <a:ext uri="{FF2B5EF4-FFF2-40B4-BE49-F238E27FC236}">
                <a16:creationId xmlns:a16="http://schemas.microsoft.com/office/drawing/2014/main" id="{1164E9D7-D0CE-C515-7294-EA779EAAE4A0}"/>
              </a:ext>
            </a:extLst>
          </p:cNvPr>
          <p:cNvSpPr/>
          <p:nvPr/>
        </p:nvSpPr>
        <p:spPr>
          <a:xfrm>
            <a:off x="14006195" y="8249920"/>
            <a:ext cx="1610360" cy="401320"/>
          </a:xfrm>
          <a:prstGeom prst="rightArrow">
            <a:avLst/>
          </a:prstGeom>
          <a:gradFill>
            <a:gsLst>
              <a:gs pos="32000">
                <a:srgbClr val="D1DCF0"/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50800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Image 6" descr=" ">
            <a:extLst>
              <a:ext uri="{FF2B5EF4-FFF2-40B4-BE49-F238E27FC236}">
                <a16:creationId xmlns:a16="http://schemas.microsoft.com/office/drawing/2014/main" id="{2C58F360-692B-79E3-9B10-7F68FE96C430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2590145" y="2258695"/>
            <a:ext cx="14660880" cy="7307580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A82419AA-5F29-A355-0062-B78E667E8CA5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6058515" y="4056380"/>
            <a:ext cx="6189345" cy="24530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buClrTx/>
              <a:buSzTx/>
              <a:buFontTx/>
            </a:pPr>
            <a:r>
              <a:rPr lang="zh-CN" altLang="en-US" sz="4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现有工具并不是不好，</a:t>
            </a:r>
          </a:p>
          <a:p>
            <a:pPr algn="ctr">
              <a:buClrTx/>
              <a:buSzTx/>
              <a:buFontTx/>
            </a:pPr>
            <a:r>
              <a:rPr lang="zh-CN" altLang="en-US" sz="4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而是各自解决了</a:t>
            </a:r>
            <a:r>
              <a:rPr lang="zh-CN" altLang="en-US" sz="4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局部问题</a:t>
            </a:r>
          </a:p>
        </p:txBody>
      </p:sp>
      <p:pic>
        <p:nvPicPr>
          <p:cNvPr id="38" name="Image 7" descr=" ">
            <a:extLst>
              <a:ext uri="{FF2B5EF4-FFF2-40B4-BE49-F238E27FC236}">
                <a16:creationId xmlns:a16="http://schemas.microsoft.com/office/drawing/2014/main" id="{D99E52FC-3247-4BC6-95B9-548EFD4B098E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3151485" y="4733290"/>
            <a:ext cx="13693140" cy="12283440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840AD340-045E-D379-269F-20CE7612FA0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6536670" y="8908415"/>
            <a:ext cx="5838190" cy="360553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buClrTx/>
              <a:buSzTx/>
              <a:buFontTx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我们的机会在于做一个</a:t>
            </a:r>
            <a:r>
              <a:rPr lang="zh-CN" altLang="en-US" sz="5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轻量、聚焦、面向部门级知识闭环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 </a:t>
            </a: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MIS。</a:t>
            </a:r>
          </a:p>
        </p:txBody>
      </p:sp>
    </p:spTree>
    <p:extLst>
      <p:ext uri="{BB962C8B-B14F-4D97-AF65-F5344CB8AC3E}">
        <p14:creationId xmlns:p14="http://schemas.microsoft.com/office/powerpoint/2010/main" val="2196533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4258925" y="3792855"/>
            <a:ext cx="8383905" cy="5683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l" fontAlgn="auto">
              <a:lnSpc>
                <a:spcPct val="150000"/>
              </a:lnSpc>
              <a:buNone/>
            </a:pPr>
            <a:r>
              <a:rPr lang="en-US" altLang="zh-CN" sz="13800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PART 3</a:t>
            </a:r>
          </a:p>
          <a:p>
            <a:pPr indent="0" algn="l" fontAlgn="auto">
              <a:lnSpc>
                <a:spcPct val="150000"/>
              </a:lnSpc>
              <a:buNone/>
            </a:pPr>
            <a:r>
              <a:rPr lang="zh-CN" altLang="en-US" sz="13800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需求分析</a:t>
            </a:r>
          </a:p>
        </p:txBody>
      </p:sp>
      <p:pic>
        <p:nvPicPr>
          <p:cNvPr id="6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191" y="8223250"/>
            <a:ext cx="8675184" cy="12700"/>
          </a:xfrm>
          <a:prstGeom prst="rect">
            <a:avLst/>
          </a:prstGeom>
        </p:spPr>
      </p:pic>
      <p:pic>
        <p:nvPicPr>
          <p:cNvPr id="9" name="Image 1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191" y="9759950"/>
            <a:ext cx="8675184" cy="12700"/>
          </a:xfrm>
          <a:prstGeom prst="rect">
            <a:avLst/>
          </a:prstGeom>
        </p:spPr>
      </p:pic>
      <p:grpSp>
        <p:nvGrpSpPr>
          <p:cNvPr id="29" name="组合 28"/>
          <p:cNvGrpSpPr/>
          <p:nvPr/>
        </p:nvGrpSpPr>
        <p:grpSpPr>
          <a:xfrm>
            <a:off x="2762885" y="5156200"/>
            <a:ext cx="8999220" cy="4762500"/>
            <a:chOff x="21283" y="8120"/>
            <a:chExt cx="14172" cy="7500"/>
          </a:xfrm>
        </p:grpSpPr>
        <p:pic>
          <p:nvPicPr>
            <p:cNvPr id="13" name="Image 3" descr=" 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2163" y="10300"/>
              <a:ext cx="13292" cy="20"/>
            </a:xfrm>
            <a:prstGeom prst="rect">
              <a:avLst/>
            </a:prstGeom>
          </p:spPr>
        </p:pic>
        <p:pic>
          <p:nvPicPr>
            <p:cNvPr id="14" name="Image 4" descr=" 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2163" y="12950"/>
              <a:ext cx="13292" cy="20"/>
            </a:xfrm>
            <a:prstGeom prst="rect">
              <a:avLst/>
            </a:prstGeom>
          </p:spPr>
        </p:pic>
        <p:pic>
          <p:nvPicPr>
            <p:cNvPr id="15" name="Image 5" descr=" 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2163" y="15600"/>
              <a:ext cx="13292" cy="20"/>
            </a:xfrm>
            <a:prstGeom prst="rect">
              <a:avLst/>
            </a:prstGeom>
          </p:spPr>
        </p:pic>
        <p:pic>
          <p:nvPicPr>
            <p:cNvPr id="17" name="Image 7" descr=" 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1283" y="10800"/>
              <a:ext cx="4561" cy="4560"/>
            </a:xfrm>
            <a:prstGeom prst="rect">
              <a:avLst/>
            </a:prstGeom>
          </p:spPr>
        </p:pic>
        <p:pic>
          <p:nvPicPr>
            <p:cNvPr id="18" name="Image 8" descr=" 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9324" y="10800"/>
              <a:ext cx="4561" cy="4560"/>
            </a:xfrm>
            <a:prstGeom prst="rect">
              <a:avLst/>
            </a:prstGeom>
          </p:spPr>
        </p:pic>
        <p:pic>
          <p:nvPicPr>
            <p:cNvPr id="20" name="Image 10" descr=" 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3963" y="8120"/>
              <a:ext cx="4561" cy="7240"/>
            </a:xfrm>
            <a:prstGeom prst="rect">
              <a:avLst/>
            </a:prstGeom>
          </p:spPr>
        </p:pic>
      </p:grpSp>
      <p:grpSp>
        <p:nvGrpSpPr>
          <p:cNvPr id="23" name="组合 22"/>
          <p:cNvGrpSpPr/>
          <p:nvPr/>
        </p:nvGrpSpPr>
        <p:grpSpPr>
          <a:xfrm>
            <a:off x="2235835" y="3238500"/>
            <a:ext cx="9754235" cy="8432800"/>
            <a:chOff x="21203" y="5360"/>
            <a:chExt cx="15361" cy="13280"/>
          </a:xfrm>
        </p:grpSpPr>
        <p:pic>
          <p:nvPicPr>
            <p:cNvPr id="12" name="Image 2" descr=" 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1203" y="5360"/>
              <a:ext cx="14802" cy="13280"/>
            </a:xfrm>
            <a:prstGeom prst="rect">
              <a:avLst/>
            </a:prstGeom>
          </p:spPr>
        </p:pic>
        <p:pic>
          <p:nvPicPr>
            <p:cNvPr id="16" name="Image 6" descr=" 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1283" y="8120"/>
              <a:ext cx="4561" cy="4560"/>
            </a:xfrm>
            <a:prstGeom prst="rect">
              <a:avLst/>
            </a:prstGeom>
          </p:spPr>
        </p:pic>
        <p:pic>
          <p:nvPicPr>
            <p:cNvPr id="19" name="Image 9" descr=" 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32004" y="8120"/>
              <a:ext cx="4561" cy="4560"/>
            </a:xfrm>
            <a:prstGeom prst="rect">
              <a:avLst/>
            </a:prstGeom>
          </p:spPr>
        </p:pic>
        <p:pic>
          <p:nvPicPr>
            <p:cNvPr id="21" name="Image 11" descr=" 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6643" y="10800"/>
              <a:ext cx="4561" cy="7240"/>
            </a:xfrm>
            <a:prstGeom prst="rect">
              <a:avLst/>
            </a:prstGeom>
          </p:spPr>
        </p:pic>
        <p:pic>
          <p:nvPicPr>
            <p:cNvPr id="22" name="Image 12" descr=" 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21283" y="13480"/>
              <a:ext cx="4561" cy="4560"/>
            </a:xfrm>
            <a:prstGeom prst="rect">
              <a:avLst/>
            </a:prstGeom>
          </p:spPr>
        </p:pic>
      </p:grpSp>
      <p:sp>
        <p:nvSpPr>
          <p:cNvPr id="25" name="Shape 9"/>
          <p:cNvSpPr/>
          <p:nvPr/>
        </p:nvSpPr>
        <p:spPr>
          <a:xfrm>
            <a:off x="22354794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26" name="Shape 10"/>
          <p:cNvSpPr/>
          <p:nvPr/>
        </p:nvSpPr>
        <p:spPr>
          <a:xfrm>
            <a:off x="22625763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27" name="Shape 11"/>
          <p:cNvSpPr/>
          <p:nvPr/>
        </p:nvSpPr>
        <p:spPr>
          <a:xfrm>
            <a:off x="22761245" y="1528233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28" name="Shape 12"/>
          <p:cNvSpPr/>
          <p:nvPr/>
        </p:nvSpPr>
        <p:spPr>
          <a:xfrm>
            <a:off x="22473344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1213485" y="880745"/>
            <a:ext cx="12400915" cy="16338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0"/>
              </a:lnSpc>
              <a:buNone/>
            </a:pPr>
            <a:r>
              <a:rPr lang="zh-CN" altLang="en-US" sz="8600" b="1" kern="0" spc="-258" dirty="0">
                <a:solidFill>
                  <a:srgbClr val="FFFFFF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  <a:cs typeface="Archivo Bold" pitchFamily="34" charset="-120"/>
              </a:rPr>
              <a:t>企业知识管理的</a:t>
            </a:r>
            <a:r>
              <a:rPr lang="zh-CN" altLang="en-US" sz="8600" b="1" dirty="0">
                <a:solidFill>
                  <a:schemeClr val="bg1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三大痛点</a:t>
            </a:r>
            <a:endParaRPr lang="zh-CN" altLang="en-US" sz="8600" b="1" i="0" dirty="0">
              <a:solidFill>
                <a:srgbClr val="DEFF9A"/>
              </a:solidFill>
              <a:latin typeface="STZhongsong" panose="02010600040101010101" pitchFamily="2" charset="-122"/>
              <a:ea typeface="STZhongsong" panose="02010600040101010101" pitchFamily="2" charset="-122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22354794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17" name="Shape 13"/>
          <p:cNvSpPr/>
          <p:nvPr/>
        </p:nvSpPr>
        <p:spPr>
          <a:xfrm>
            <a:off x="22625757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18" name="Shape 14"/>
          <p:cNvSpPr/>
          <p:nvPr/>
        </p:nvSpPr>
        <p:spPr>
          <a:xfrm>
            <a:off x="22761245" y="1528233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19" name="Shape 15"/>
          <p:cNvSpPr/>
          <p:nvPr/>
        </p:nvSpPr>
        <p:spPr>
          <a:xfrm>
            <a:off x="22473338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pic>
        <p:nvPicPr>
          <p:cNvPr id="14" name="图片 13" descr="竖线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8310" y="852805"/>
            <a:ext cx="914400" cy="1384935"/>
          </a:xfrm>
          <a:prstGeom prst="rect">
            <a:avLst/>
          </a:prstGeom>
        </p:spPr>
      </p:pic>
      <p:pic>
        <p:nvPicPr>
          <p:cNvPr id="21" name="Image 5" descr=" 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9640" y="7113905"/>
            <a:ext cx="6731635" cy="465328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2005330" y="7379970"/>
            <a:ext cx="45802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kern="0" spc="-48" dirty="0">
                <a:solidFill>
                  <a:srgbClr val="DEFF9A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01 </a:t>
            </a:r>
            <a:r>
              <a:rPr lang="zh-CN" altLang="en-US" sz="6000" b="1" kern="0" spc="-48" dirty="0">
                <a:solidFill>
                  <a:srgbClr val="DEFF9A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知识分散</a:t>
            </a:r>
          </a:p>
        </p:txBody>
      </p:sp>
      <p:pic>
        <p:nvPicPr>
          <p:cNvPr id="25" name="图片 24" descr="VCG4186435163"/>
          <p:cNvPicPr>
            <a:picLocks noChangeAspect="1"/>
          </p:cNvPicPr>
          <p:nvPr/>
        </p:nvPicPr>
        <p:blipFill>
          <a:blip r:embed="rId8"/>
          <a:srcRect b="9664"/>
          <a:stretch>
            <a:fillRect/>
          </a:stretch>
        </p:blipFill>
        <p:spPr>
          <a:xfrm>
            <a:off x="2008505" y="3246120"/>
            <a:ext cx="4749165" cy="313626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1478280" y="8264525"/>
            <a:ext cx="5910580" cy="3412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120000"/>
              </a:lnSpc>
            </a:pPr>
            <a:r>
              <a:rPr lang="zh-CN" altLang="en-US" sz="3600" b="1" kern="0" spc="-48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Inter"/>
              </a:rPr>
              <a:t>知识散落在微信、邮件、本地文件夹等碎片化载体中，员工常陷入“知道公司有，但就是找不到”的困境，检索效率低。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78390" y="3296920"/>
            <a:ext cx="4719320" cy="3113405"/>
          </a:xfrm>
          <a:prstGeom prst="rect">
            <a:avLst/>
          </a:prstGeom>
        </p:spPr>
      </p:pic>
      <p:pic>
        <p:nvPicPr>
          <p:cNvPr id="28" name="Image 5" descr=" 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80805" y="7113905"/>
            <a:ext cx="6731635" cy="4653280"/>
          </a:xfrm>
          <a:prstGeom prst="rect">
            <a:avLst/>
          </a:prstGeom>
        </p:spPr>
      </p:pic>
      <p:pic>
        <p:nvPicPr>
          <p:cNvPr id="29" name="Image 5" descr=" 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031970" y="7113905"/>
            <a:ext cx="6731635" cy="4653280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9978390" y="7379970"/>
            <a:ext cx="45802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kern="0" spc="-48" dirty="0">
                <a:solidFill>
                  <a:srgbClr val="DEFF9A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02 </a:t>
            </a:r>
            <a:r>
              <a:rPr lang="zh-CN" altLang="en-US" sz="6000" b="1" kern="0" spc="-48" dirty="0">
                <a:solidFill>
                  <a:srgbClr val="DEFF9A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知识流失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9478645" y="8538845"/>
            <a:ext cx="5910580" cy="2748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120000"/>
              </a:lnSpc>
            </a:pPr>
            <a:r>
              <a:rPr lang="zh-CN" altLang="en-US" sz="3600" b="1" kern="0" spc="-48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Inter"/>
              </a:rPr>
              <a:t>核心员工离职或调岗，业务经验随人离开。组织无法有效继承个人的知识资产，新人难以沉淀复用。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18107660" y="7379970"/>
            <a:ext cx="50368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kern="0" spc="-48" dirty="0">
                <a:solidFill>
                  <a:srgbClr val="DEFF9A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03 </a:t>
            </a:r>
            <a:r>
              <a:rPr lang="zh-CN" altLang="en-US" sz="6000" b="1" kern="0" spc="-48" dirty="0">
                <a:solidFill>
                  <a:srgbClr val="DEFF9A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评估困难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17479010" y="8538845"/>
            <a:ext cx="6054725" cy="2748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120000"/>
              </a:lnSpc>
            </a:pPr>
            <a:r>
              <a:rPr lang="zh-CN" altLang="en-US" sz="3600" b="1" kern="0" spc="-48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Inter"/>
              </a:rPr>
              <a:t>管理层面临数据盲区，既无法追踪高频使用的核心知识，又无法量化各部门的贡献度。管理决策缺乏数据支撑。</a:t>
            </a:r>
          </a:p>
        </p:txBody>
      </p:sp>
      <p:pic>
        <p:nvPicPr>
          <p:cNvPr id="35" name="图片 34" descr="istockphoto-1149705632-612x612"/>
          <p:cNvPicPr>
            <a:picLocks noChangeAspect="1"/>
          </p:cNvPicPr>
          <p:nvPr/>
        </p:nvPicPr>
        <p:blipFill>
          <a:blip r:embed="rId10"/>
          <a:srcRect l="4931" r="3412"/>
          <a:stretch>
            <a:fillRect/>
          </a:stretch>
        </p:blipFill>
        <p:spPr>
          <a:xfrm>
            <a:off x="17918430" y="3324860"/>
            <a:ext cx="5032375" cy="3085465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4806315" y="12470765"/>
            <a:ext cx="149250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FF6D6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企业并不缺少知识，而是缺少管理知识资产的有效机制！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6"/>
          <p:cNvSpPr/>
          <p:nvPr/>
        </p:nvSpPr>
        <p:spPr>
          <a:xfrm>
            <a:off x="22354794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11" name="Shape 7"/>
          <p:cNvSpPr/>
          <p:nvPr/>
        </p:nvSpPr>
        <p:spPr>
          <a:xfrm>
            <a:off x="22625757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12" name="Shape 8"/>
          <p:cNvSpPr/>
          <p:nvPr/>
        </p:nvSpPr>
        <p:spPr>
          <a:xfrm>
            <a:off x="22761245" y="1528233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13" name="Shape 9"/>
          <p:cNvSpPr/>
          <p:nvPr/>
        </p:nvSpPr>
        <p:spPr>
          <a:xfrm>
            <a:off x="22473338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14" name="Shape 10"/>
          <p:cNvSpPr/>
          <p:nvPr/>
        </p:nvSpPr>
        <p:spPr>
          <a:xfrm>
            <a:off x="11113889" y="6489700"/>
            <a:ext cx="5703013" cy="5143500"/>
          </a:xfrm>
          <a:prstGeom prst="rect">
            <a:avLst/>
          </a:prstGeom>
          <a:noFill/>
        </p:spPr>
        <p:txBody>
          <a:bodyPr/>
          <a:lstStyle/>
          <a:p>
            <a:endParaRPr lang="en-ID"/>
          </a:p>
        </p:txBody>
      </p:sp>
      <p:pic>
        <p:nvPicPr>
          <p:cNvPr id="8" name="图片 7" descr="竖线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48310" y="852805"/>
            <a:ext cx="914400" cy="1384935"/>
          </a:xfrm>
          <a:prstGeom prst="rect">
            <a:avLst/>
          </a:prstGeom>
        </p:spPr>
      </p:pic>
      <p:sp>
        <p:nvSpPr>
          <p:cNvPr id="22" name="Text 5"/>
          <p:cNvSpPr/>
          <p:nvPr/>
        </p:nvSpPr>
        <p:spPr>
          <a:xfrm>
            <a:off x="1213485" y="880745"/>
            <a:ext cx="16525240" cy="16338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0"/>
              </a:lnSpc>
              <a:buNone/>
            </a:pPr>
            <a:r>
              <a:rPr lang="zh-CN" altLang="en-US" sz="8600" b="1" kern="0" spc="-258" dirty="0">
                <a:solidFill>
                  <a:srgbClr val="FFFFFF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  <a:cs typeface="Archivo Bold" pitchFamily="34" charset="-120"/>
              </a:rPr>
              <a:t>四类角色的</a:t>
            </a:r>
            <a:r>
              <a:rPr lang="zh-CN" altLang="en-US" sz="8600" b="1" dirty="0">
                <a:solidFill>
                  <a:schemeClr val="bg1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不同诉求</a:t>
            </a:r>
            <a:endParaRPr lang="zh-CN" altLang="en-US" sz="8600" b="1" kern="0" spc="-258" dirty="0">
              <a:solidFill>
                <a:schemeClr val="bg1"/>
              </a:solidFill>
              <a:latin typeface="STZhongsong" panose="02010600040101010101" pitchFamily="2" charset="-122"/>
              <a:ea typeface="STZhongsong" panose="02010600040101010101" pitchFamily="2" charset="-122"/>
              <a:cs typeface="Archivo Bold" pitchFamily="34" charset="-120"/>
            </a:endParaRPr>
          </a:p>
        </p:txBody>
      </p:sp>
      <p:sp>
        <p:nvSpPr>
          <p:cNvPr id="23" name="正文"/>
          <p:cNvSpPr txBox="1"/>
          <p:nvPr>
            <p:custDataLst>
              <p:tags r:id="rId2"/>
            </p:custDataLst>
          </p:nvPr>
        </p:nvSpPr>
        <p:spPr>
          <a:xfrm>
            <a:off x="16007080" y="10358755"/>
            <a:ext cx="4964430" cy="22606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457200" indent="-457200" algn="l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3200" b="1" kern="0" spc="150" dirty="0">
                <a:ln>
                  <a:noFill/>
                  <a:prstDash val="sysDot"/>
                </a:ln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查看部门贡献排行</a:t>
            </a:r>
          </a:p>
          <a:p>
            <a:pPr marL="457200" indent="-457200" algn="l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3200" b="1" kern="0" spc="150" dirty="0">
                <a:ln>
                  <a:noFill/>
                  <a:prstDash val="sysDot"/>
                </a:ln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分析热门知识主题</a:t>
            </a:r>
          </a:p>
          <a:p>
            <a:pPr marL="457200" indent="-457200" algn="l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3200" b="1" kern="0" spc="150" dirty="0">
                <a:ln>
                  <a:noFill/>
                  <a:prstDash val="sysDot"/>
                </a:ln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量化知识利用率</a:t>
            </a:r>
          </a:p>
        </p:txBody>
      </p:sp>
      <p:sp>
        <p:nvSpPr>
          <p:cNvPr id="24" name="正文"/>
          <p:cNvSpPr txBox="1"/>
          <p:nvPr>
            <p:custDataLst>
              <p:tags r:id="rId3"/>
            </p:custDataLst>
          </p:nvPr>
        </p:nvSpPr>
        <p:spPr>
          <a:xfrm>
            <a:off x="16088360" y="5299075"/>
            <a:ext cx="4492625" cy="22332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457200" indent="-457200" algn="l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3200" b="1" kern="0" spc="150" dirty="0">
                <a:ln>
                  <a:noFill/>
                  <a:prstDash val="sysDot"/>
                </a:ln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把控知识发布审核</a:t>
            </a:r>
          </a:p>
          <a:p>
            <a:pPr marL="457200" indent="-457200" algn="l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3200" b="1" kern="0" spc="150" dirty="0">
                <a:ln>
                  <a:noFill/>
                  <a:prstDash val="sysDot"/>
                </a:ln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结构化分类管理</a:t>
            </a:r>
          </a:p>
          <a:p>
            <a:pPr marL="457200" indent="-457200" algn="l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3200" b="1" kern="0" spc="150" dirty="0">
                <a:ln>
                  <a:noFill/>
                  <a:prstDash val="sysDot"/>
                </a:ln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及时更新与归档</a:t>
            </a:r>
          </a:p>
        </p:txBody>
      </p:sp>
      <p:sp>
        <p:nvSpPr>
          <p:cNvPr id="78" name="矩形 77"/>
          <p:cNvSpPr/>
          <p:nvPr>
            <p:custDataLst>
              <p:tags r:id="rId4"/>
            </p:custDataLst>
          </p:nvPr>
        </p:nvSpPr>
        <p:spPr>
          <a:xfrm>
            <a:off x="15404465" y="3106420"/>
            <a:ext cx="7541895" cy="1233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noAutofit/>
          </a:bodyPr>
          <a:lstStyle/>
          <a:p>
            <a:r>
              <a:rPr lang="en-US" altLang="zh-CN" sz="6600" b="1" kern="0" dirty="0">
                <a:solidFill>
                  <a:srgbClr val="2196F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</a:t>
            </a:r>
            <a:r>
              <a:rPr lang="zh-CN" altLang="en-US" sz="6600" b="1" kern="0" dirty="0">
                <a:solidFill>
                  <a:srgbClr val="2196F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部门知识管理员</a:t>
            </a:r>
          </a:p>
        </p:txBody>
      </p:sp>
      <p:sp>
        <p:nvSpPr>
          <p:cNvPr id="85" name="矩形 84"/>
          <p:cNvSpPr/>
          <p:nvPr>
            <p:custDataLst>
              <p:tags r:id="rId5"/>
            </p:custDataLst>
          </p:nvPr>
        </p:nvSpPr>
        <p:spPr>
          <a:xfrm>
            <a:off x="15583535" y="8491855"/>
            <a:ext cx="3918585" cy="907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noAutofit/>
          </a:bodyPr>
          <a:lstStyle/>
          <a:p>
            <a:r>
              <a:rPr lang="en-US" altLang="zh-CN" sz="6600" b="1" kern="0" dirty="0">
                <a:solidFill>
                  <a:srgbClr val="4CAF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</a:t>
            </a:r>
            <a:r>
              <a:rPr lang="zh-CN" altLang="en-US" sz="6600" b="1" kern="0" dirty="0">
                <a:solidFill>
                  <a:srgbClr val="4CAF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决策者</a:t>
            </a:r>
          </a:p>
        </p:txBody>
      </p:sp>
      <p:sp>
        <p:nvSpPr>
          <p:cNvPr id="103" name="矩形 102"/>
          <p:cNvSpPr/>
          <p:nvPr>
            <p:custDataLst>
              <p:tags r:id="rId6"/>
            </p:custDataLst>
          </p:nvPr>
        </p:nvSpPr>
        <p:spPr>
          <a:xfrm>
            <a:off x="3984625" y="8525510"/>
            <a:ext cx="4839335" cy="859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noAutofit/>
          </a:bodyPr>
          <a:lstStyle/>
          <a:p>
            <a:pPr algn="r"/>
            <a:r>
              <a:rPr lang="en-US" altLang="zh-CN" sz="6600" b="1" kern="0" dirty="0">
                <a:solidFill>
                  <a:srgbClr val="2196F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</a:t>
            </a:r>
            <a:r>
              <a:rPr lang="zh-CN" altLang="en-US" sz="6600" b="1" kern="0" dirty="0">
                <a:solidFill>
                  <a:srgbClr val="2196F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系统管理员</a:t>
            </a:r>
          </a:p>
        </p:txBody>
      </p:sp>
      <p:sp>
        <p:nvSpPr>
          <p:cNvPr id="32" name="正文"/>
          <p:cNvSpPr txBox="1"/>
          <p:nvPr>
            <p:custDataLst>
              <p:tags r:id="rId7"/>
            </p:custDataLst>
          </p:nvPr>
        </p:nvSpPr>
        <p:spPr>
          <a:xfrm>
            <a:off x="3171190" y="4158615"/>
            <a:ext cx="5333365" cy="7632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ctr" fontAlgn="auto">
              <a:lnSpc>
                <a:spcPct val="150000"/>
              </a:lnSpc>
            </a:pPr>
            <a:r>
              <a:rPr lang="zh-CN" altLang="en-US" sz="3600" b="1" kern="0" dirty="0">
                <a:solidFill>
                  <a:srgbClr val="4CAF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——我要快速找到答案</a:t>
            </a:r>
            <a:endParaRPr lang="zh-CN" altLang="en-US" sz="3200" b="1" kern="0" spc="150" dirty="0">
              <a:ln>
                <a:noFill/>
                <a:prstDash val="sysDot"/>
              </a:ln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3" name="矩形 32"/>
          <p:cNvSpPr/>
          <p:nvPr>
            <p:custDataLst>
              <p:tags r:id="rId8"/>
            </p:custDataLst>
          </p:nvPr>
        </p:nvSpPr>
        <p:spPr>
          <a:xfrm>
            <a:off x="3063875" y="2945765"/>
            <a:ext cx="4987290" cy="121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noAutofit/>
          </a:bodyPr>
          <a:lstStyle/>
          <a:p>
            <a:pPr algn="r"/>
            <a:r>
              <a:rPr lang="en-US" altLang="zh-CN" sz="6600" b="1" kern="0" dirty="0">
                <a:solidFill>
                  <a:srgbClr val="4CAF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</a:t>
            </a:r>
            <a:r>
              <a:rPr lang="zh-CN" altLang="en-US" sz="6600" b="1" kern="0" dirty="0">
                <a:solidFill>
                  <a:srgbClr val="4CAF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普通员工</a:t>
            </a:r>
          </a:p>
        </p:txBody>
      </p:sp>
      <p:sp>
        <p:nvSpPr>
          <p:cNvPr id="36" name="正文"/>
          <p:cNvSpPr txBox="1"/>
          <p:nvPr>
            <p:custDataLst>
              <p:tags r:id="rId9"/>
            </p:custDataLst>
          </p:nvPr>
        </p:nvSpPr>
        <p:spPr>
          <a:xfrm>
            <a:off x="3984625" y="10492105"/>
            <a:ext cx="5432425" cy="22612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457200" indent="-457200" algn="l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3200" b="1" kern="0" spc="150" dirty="0">
                <a:ln>
                  <a:noFill/>
                  <a:prstDash val="sysDot"/>
                </a:ln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管理组织架构与用户角色</a:t>
            </a:r>
          </a:p>
          <a:p>
            <a:pPr marL="457200" indent="-457200" algn="l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3200" b="1" kern="0" spc="150" dirty="0">
                <a:ln>
                  <a:noFill/>
                  <a:prstDash val="sysDot"/>
                </a:ln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配置访问权限</a:t>
            </a:r>
          </a:p>
          <a:p>
            <a:pPr marL="457200" indent="-457200" algn="l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3200" b="1" kern="0" spc="150" dirty="0">
                <a:ln>
                  <a:noFill/>
                  <a:prstDash val="sysDot"/>
                </a:ln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运行安全与数据备份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3859530" y="5189220"/>
            <a:ext cx="38100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3200" b="1" kern="0" spc="150" dirty="0">
                <a:ln>
                  <a:noFill/>
                  <a:prstDash val="sysDot"/>
                </a:ln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精准搜索知识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3200" b="1" kern="0" spc="150" dirty="0">
                <a:ln>
                  <a:noFill/>
                  <a:prstDash val="sysDot"/>
                </a:ln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查看历史经验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3200" b="1" kern="0" spc="150" dirty="0">
                <a:ln>
                  <a:noFill/>
                  <a:prstDash val="sysDot"/>
                </a:ln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收藏优质内容</a:t>
            </a:r>
            <a:endParaRPr lang="zh-CN" altLang="en-US"/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17805" y="2811780"/>
            <a:ext cx="2881630" cy="1920875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2338030" y="2514600"/>
            <a:ext cx="1917065" cy="2879090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29"/>
          <a:srcRect l="20805"/>
          <a:stretch>
            <a:fillRect/>
          </a:stretch>
        </p:blipFill>
        <p:spPr>
          <a:xfrm>
            <a:off x="386715" y="7708900"/>
            <a:ext cx="2812415" cy="1997710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1015960" y="8092440"/>
            <a:ext cx="3084195" cy="2056130"/>
          </a:xfrm>
          <a:prstGeom prst="rect">
            <a:avLst/>
          </a:prstGeom>
        </p:spPr>
      </p:pic>
      <p:grpSp>
        <p:nvGrpSpPr>
          <p:cNvPr id="55" name="组合 54"/>
          <p:cNvGrpSpPr/>
          <p:nvPr>
            <p:custDataLst>
              <p:tags r:id="rId10"/>
            </p:custDataLst>
          </p:nvPr>
        </p:nvGrpSpPr>
        <p:grpSpPr>
          <a:xfrm>
            <a:off x="8551545" y="3469005"/>
            <a:ext cx="6854825" cy="6902450"/>
            <a:chOff x="13467" y="5463"/>
            <a:chExt cx="10795" cy="10870"/>
          </a:xfrm>
        </p:grpSpPr>
        <p:sp>
          <p:nvSpPr>
            <p:cNvPr id="34" name="任意多边形: 形状 33"/>
            <p:cNvSpPr/>
            <p:nvPr>
              <p:custDataLst>
                <p:tags r:id="rId14"/>
              </p:custDataLst>
            </p:nvPr>
          </p:nvSpPr>
          <p:spPr>
            <a:xfrm rot="9000000">
              <a:off x="19952" y="10475"/>
              <a:ext cx="4311" cy="3756"/>
            </a:xfrm>
            <a:custGeom>
              <a:avLst/>
              <a:gdLst>
                <a:gd name="connsiteX0" fmla="*/ 26 w 1721896"/>
                <a:gd name="connsiteY0" fmla="*/ 529544 h 1492186"/>
                <a:gd name="connsiteX1" fmla="*/ 42483 w 1721896"/>
                <a:gd name="connsiteY1" fmla="*/ 463381 h 1492186"/>
                <a:gd name="connsiteX2" fmla="*/ 973106 w 1721896"/>
                <a:gd name="connsiteY2" fmla="*/ 4277 h 1492186"/>
                <a:gd name="connsiteX3" fmla="*/ 1044405 w 1721896"/>
                <a:gd name="connsiteY3" fmla="*/ 6290 h 1492186"/>
                <a:gd name="connsiteX4" fmla="*/ 1598243 w 1721896"/>
                <a:gd name="connsiteY4" fmla="*/ 319997 h 1492186"/>
                <a:gd name="connsiteX5" fmla="*/ 1636674 w 1721896"/>
                <a:gd name="connsiteY5" fmla="*/ 380093 h 1492186"/>
                <a:gd name="connsiteX6" fmla="*/ 1721434 w 1721896"/>
                <a:gd name="connsiteY6" fmla="*/ 1414333 h 1492186"/>
                <a:gd name="connsiteX7" fmla="*/ 1686522 w 1721896"/>
                <a:gd name="connsiteY7" fmla="*/ 1484813 h 1492186"/>
                <a:gd name="connsiteX8" fmla="*/ 1607936 w 1721896"/>
                <a:gd name="connsiteY8" fmla="*/ 1486906 h 1492186"/>
                <a:gd name="connsiteX9" fmla="*/ 38670 w 1721896"/>
                <a:gd name="connsiteY9" fmla="*/ 598038 h 1492186"/>
                <a:gd name="connsiteX10" fmla="*/ 26 w 1721896"/>
                <a:gd name="connsiteY10" fmla="*/ 529544 h 1492186"/>
                <a:gd name="connsiteX0-1" fmla="*/ 26 w 1721896"/>
                <a:gd name="connsiteY0-2" fmla="*/ 529544 h 1492186"/>
                <a:gd name="connsiteX1-3" fmla="*/ 42483 w 1721896"/>
                <a:gd name="connsiteY1-4" fmla="*/ 463381 h 1492186"/>
                <a:gd name="connsiteX2-5" fmla="*/ 973106 w 1721896"/>
                <a:gd name="connsiteY2-6" fmla="*/ 4277 h 1492186"/>
                <a:gd name="connsiteX3-7" fmla="*/ 1044405 w 1721896"/>
                <a:gd name="connsiteY3-8" fmla="*/ 6290 h 1492186"/>
                <a:gd name="connsiteX4-9" fmla="*/ 1598243 w 1721896"/>
                <a:gd name="connsiteY4-10" fmla="*/ 319997 h 1492186"/>
                <a:gd name="connsiteX5-11" fmla="*/ 1636674 w 1721896"/>
                <a:gd name="connsiteY5-12" fmla="*/ 380093 h 1492186"/>
                <a:gd name="connsiteX6-13" fmla="*/ 1721434 w 1721896"/>
                <a:gd name="connsiteY6-14" fmla="*/ 1414333 h 1492186"/>
                <a:gd name="connsiteX7-15" fmla="*/ 1686522 w 1721896"/>
                <a:gd name="connsiteY7-16" fmla="*/ 1484813 h 1492186"/>
                <a:gd name="connsiteX8-17" fmla="*/ 1607936 w 1721896"/>
                <a:gd name="connsiteY8-18" fmla="*/ 1486906 h 1492186"/>
                <a:gd name="connsiteX9-19" fmla="*/ 38670 w 1721896"/>
                <a:gd name="connsiteY9-20" fmla="*/ 598038 h 1492186"/>
                <a:gd name="connsiteX10-21" fmla="*/ 26 w 1721896"/>
                <a:gd name="connsiteY10-22" fmla="*/ 529544 h 1492186"/>
                <a:gd name="connsiteX0-23" fmla="*/ 26 w 1721896"/>
                <a:gd name="connsiteY0-24" fmla="*/ 529544 h 1492186"/>
                <a:gd name="connsiteX1-25" fmla="*/ 42483 w 1721896"/>
                <a:gd name="connsiteY1-26" fmla="*/ 463381 h 1492186"/>
                <a:gd name="connsiteX2-27" fmla="*/ 973106 w 1721896"/>
                <a:gd name="connsiteY2-28" fmla="*/ 4277 h 1492186"/>
                <a:gd name="connsiteX3-29" fmla="*/ 1044405 w 1721896"/>
                <a:gd name="connsiteY3-30" fmla="*/ 6290 h 1492186"/>
                <a:gd name="connsiteX4-31" fmla="*/ 1598243 w 1721896"/>
                <a:gd name="connsiteY4-32" fmla="*/ 319997 h 1492186"/>
                <a:gd name="connsiteX5-33" fmla="*/ 1636674 w 1721896"/>
                <a:gd name="connsiteY5-34" fmla="*/ 380093 h 1492186"/>
                <a:gd name="connsiteX6-35" fmla="*/ 1721434 w 1721896"/>
                <a:gd name="connsiteY6-36" fmla="*/ 1414333 h 1492186"/>
                <a:gd name="connsiteX7-37" fmla="*/ 1686522 w 1721896"/>
                <a:gd name="connsiteY7-38" fmla="*/ 1484813 h 1492186"/>
                <a:gd name="connsiteX8-39" fmla="*/ 1607936 w 1721896"/>
                <a:gd name="connsiteY8-40" fmla="*/ 1486906 h 1492186"/>
                <a:gd name="connsiteX9-41" fmla="*/ 38670 w 1721896"/>
                <a:gd name="connsiteY9-42" fmla="*/ 598038 h 1492186"/>
                <a:gd name="connsiteX10-43" fmla="*/ 26 w 1721896"/>
                <a:gd name="connsiteY10-44" fmla="*/ 529544 h 1492186"/>
                <a:gd name="connsiteX0-45" fmla="*/ 26 w 1721896"/>
                <a:gd name="connsiteY0-46" fmla="*/ 529544 h 1492186"/>
                <a:gd name="connsiteX1-47" fmla="*/ 42483 w 1721896"/>
                <a:gd name="connsiteY1-48" fmla="*/ 463381 h 1492186"/>
                <a:gd name="connsiteX2-49" fmla="*/ 973106 w 1721896"/>
                <a:gd name="connsiteY2-50" fmla="*/ 4277 h 1492186"/>
                <a:gd name="connsiteX3-51" fmla="*/ 1044405 w 1721896"/>
                <a:gd name="connsiteY3-52" fmla="*/ 6290 h 1492186"/>
                <a:gd name="connsiteX4-53" fmla="*/ 1598243 w 1721896"/>
                <a:gd name="connsiteY4-54" fmla="*/ 319997 h 1492186"/>
                <a:gd name="connsiteX5-55" fmla="*/ 1636674 w 1721896"/>
                <a:gd name="connsiteY5-56" fmla="*/ 380093 h 1492186"/>
                <a:gd name="connsiteX6-57" fmla="*/ 1721434 w 1721896"/>
                <a:gd name="connsiteY6-58" fmla="*/ 1414333 h 1492186"/>
                <a:gd name="connsiteX7-59" fmla="*/ 1686522 w 1721896"/>
                <a:gd name="connsiteY7-60" fmla="*/ 1484813 h 1492186"/>
                <a:gd name="connsiteX8-61" fmla="*/ 1607936 w 1721896"/>
                <a:gd name="connsiteY8-62" fmla="*/ 1486906 h 1492186"/>
                <a:gd name="connsiteX9-63" fmla="*/ 38670 w 1721896"/>
                <a:gd name="connsiteY9-64" fmla="*/ 598038 h 1492186"/>
                <a:gd name="connsiteX10-65" fmla="*/ 26 w 1721896"/>
                <a:gd name="connsiteY10-66" fmla="*/ 529544 h 1492186"/>
                <a:gd name="connsiteX0-67" fmla="*/ 26 w 1721896"/>
                <a:gd name="connsiteY0-68" fmla="*/ 529857 h 1492499"/>
                <a:gd name="connsiteX1-69" fmla="*/ 42483 w 1721896"/>
                <a:gd name="connsiteY1-70" fmla="*/ 463694 h 1492499"/>
                <a:gd name="connsiteX2-71" fmla="*/ 973106 w 1721896"/>
                <a:gd name="connsiteY2-72" fmla="*/ 4590 h 1492499"/>
                <a:gd name="connsiteX3-73" fmla="*/ 1044405 w 1721896"/>
                <a:gd name="connsiteY3-74" fmla="*/ 6603 h 1492499"/>
                <a:gd name="connsiteX4-75" fmla="*/ 1598243 w 1721896"/>
                <a:gd name="connsiteY4-76" fmla="*/ 320310 h 1492499"/>
                <a:gd name="connsiteX5-77" fmla="*/ 1636674 w 1721896"/>
                <a:gd name="connsiteY5-78" fmla="*/ 380406 h 1492499"/>
                <a:gd name="connsiteX6-79" fmla="*/ 1721434 w 1721896"/>
                <a:gd name="connsiteY6-80" fmla="*/ 1414646 h 1492499"/>
                <a:gd name="connsiteX7-81" fmla="*/ 1686522 w 1721896"/>
                <a:gd name="connsiteY7-82" fmla="*/ 1485126 h 1492499"/>
                <a:gd name="connsiteX8-83" fmla="*/ 1607936 w 1721896"/>
                <a:gd name="connsiteY8-84" fmla="*/ 1487219 h 1492499"/>
                <a:gd name="connsiteX9-85" fmla="*/ 38670 w 1721896"/>
                <a:gd name="connsiteY9-86" fmla="*/ 598351 h 1492499"/>
                <a:gd name="connsiteX10-87" fmla="*/ 26 w 1721896"/>
                <a:gd name="connsiteY10-88" fmla="*/ 529857 h 1492499"/>
                <a:gd name="connsiteX0-89" fmla="*/ 26 w 1721896"/>
                <a:gd name="connsiteY0-90" fmla="*/ 533323 h 1495965"/>
                <a:gd name="connsiteX1-91" fmla="*/ 42483 w 1721896"/>
                <a:gd name="connsiteY1-92" fmla="*/ 467160 h 1495965"/>
                <a:gd name="connsiteX2-93" fmla="*/ 973106 w 1721896"/>
                <a:gd name="connsiteY2-94" fmla="*/ 8056 h 1495965"/>
                <a:gd name="connsiteX3-95" fmla="*/ 1044405 w 1721896"/>
                <a:gd name="connsiteY3-96" fmla="*/ 10069 h 1495965"/>
                <a:gd name="connsiteX4-97" fmla="*/ 1598243 w 1721896"/>
                <a:gd name="connsiteY4-98" fmla="*/ 323776 h 1495965"/>
                <a:gd name="connsiteX5-99" fmla="*/ 1636674 w 1721896"/>
                <a:gd name="connsiteY5-100" fmla="*/ 383872 h 1495965"/>
                <a:gd name="connsiteX6-101" fmla="*/ 1721434 w 1721896"/>
                <a:gd name="connsiteY6-102" fmla="*/ 1418112 h 1495965"/>
                <a:gd name="connsiteX7-103" fmla="*/ 1686522 w 1721896"/>
                <a:gd name="connsiteY7-104" fmla="*/ 1488592 h 1495965"/>
                <a:gd name="connsiteX8-105" fmla="*/ 1607936 w 1721896"/>
                <a:gd name="connsiteY8-106" fmla="*/ 1490685 h 1495965"/>
                <a:gd name="connsiteX9-107" fmla="*/ 38670 w 1721896"/>
                <a:gd name="connsiteY9-108" fmla="*/ 601817 h 1495965"/>
                <a:gd name="connsiteX10-109" fmla="*/ 26 w 1721896"/>
                <a:gd name="connsiteY10-110" fmla="*/ 533323 h 1495965"/>
                <a:gd name="connsiteX0-111" fmla="*/ 26 w 1721896"/>
                <a:gd name="connsiteY0-112" fmla="*/ 533323 h 1495965"/>
                <a:gd name="connsiteX1-113" fmla="*/ 42483 w 1721896"/>
                <a:gd name="connsiteY1-114" fmla="*/ 467160 h 1495965"/>
                <a:gd name="connsiteX2-115" fmla="*/ 973106 w 1721896"/>
                <a:gd name="connsiteY2-116" fmla="*/ 8056 h 1495965"/>
                <a:gd name="connsiteX3-117" fmla="*/ 1044405 w 1721896"/>
                <a:gd name="connsiteY3-118" fmla="*/ 10069 h 1495965"/>
                <a:gd name="connsiteX4-119" fmla="*/ 1598243 w 1721896"/>
                <a:gd name="connsiteY4-120" fmla="*/ 323776 h 1495965"/>
                <a:gd name="connsiteX5-121" fmla="*/ 1636674 w 1721896"/>
                <a:gd name="connsiteY5-122" fmla="*/ 383872 h 1495965"/>
                <a:gd name="connsiteX6-123" fmla="*/ 1721434 w 1721896"/>
                <a:gd name="connsiteY6-124" fmla="*/ 1418112 h 1495965"/>
                <a:gd name="connsiteX7-125" fmla="*/ 1686522 w 1721896"/>
                <a:gd name="connsiteY7-126" fmla="*/ 1488592 h 1495965"/>
                <a:gd name="connsiteX8-127" fmla="*/ 1607936 w 1721896"/>
                <a:gd name="connsiteY8-128" fmla="*/ 1490685 h 1495965"/>
                <a:gd name="connsiteX9-129" fmla="*/ 38670 w 1721896"/>
                <a:gd name="connsiteY9-130" fmla="*/ 601817 h 1495965"/>
                <a:gd name="connsiteX10-131" fmla="*/ 26 w 1721896"/>
                <a:gd name="connsiteY10-132" fmla="*/ 533323 h 1495965"/>
                <a:gd name="connsiteX0-133" fmla="*/ 26 w 1721896"/>
                <a:gd name="connsiteY0-134" fmla="*/ 533323 h 1495965"/>
                <a:gd name="connsiteX1-135" fmla="*/ 42483 w 1721896"/>
                <a:gd name="connsiteY1-136" fmla="*/ 467160 h 1495965"/>
                <a:gd name="connsiteX2-137" fmla="*/ 973106 w 1721896"/>
                <a:gd name="connsiteY2-138" fmla="*/ 8056 h 1495965"/>
                <a:gd name="connsiteX3-139" fmla="*/ 1044405 w 1721896"/>
                <a:gd name="connsiteY3-140" fmla="*/ 10069 h 1495965"/>
                <a:gd name="connsiteX4-141" fmla="*/ 1598243 w 1721896"/>
                <a:gd name="connsiteY4-142" fmla="*/ 323776 h 1495965"/>
                <a:gd name="connsiteX5-143" fmla="*/ 1636674 w 1721896"/>
                <a:gd name="connsiteY5-144" fmla="*/ 383872 h 1495965"/>
                <a:gd name="connsiteX6-145" fmla="*/ 1721434 w 1721896"/>
                <a:gd name="connsiteY6-146" fmla="*/ 1418112 h 1495965"/>
                <a:gd name="connsiteX7-147" fmla="*/ 1686522 w 1721896"/>
                <a:gd name="connsiteY7-148" fmla="*/ 1488592 h 1495965"/>
                <a:gd name="connsiteX8-149" fmla="*/ 1607936 w 1721896"/>
                <a:gd name="connsiteY8-150" fmla="*/ 1490685 h 1495965"/>
                <a:gd name="connsiteX9-151" fmla="*/ 38670 w 1721896"/>
                <a:gd name="connsiteY9-152" fmla="*/ 601817 h 1495965"/>
                <a:gd name="connsiteX10-153" fmla="*/ 26 w 1721896"/>
                <a:gd name="connsiteY10-154" fmla="*/ 533323 h 1495965"/>
                <a:gd name="connsiteX0-155" fmla="*/ 26 w 1721896"/>
                <a:gd name="connsiteY0-156" fmla="*/ 533323 h 1495965"/>
                <a:gd name="connsiteX1-157" fmla="*/ 42483 w 1721896"/>
                <a:gd name="connsiteY1-158" fmla="*/ 467160 h 1495965"/>
                <a:gd name="connsiteX2-159" fmla="*/ 973106 w 1721896"/>
                <a:gd name="connsiteY2-160" fmla="*/ 8056 h 1495965"/>
                <a:gd name="connsiteX3-161" fmla="*/ 1044405 w 1721896"/>
                <a:gd name="connsiteY3-162" fmla="*/ 10069 h 1495965"/>
                <a:gd name="connsiteX4-163" fmla="*/ 1598243 w 1721896"/>
                <a:gd name="connsiteY4-164" fmla="*/ 323776 h 1495965"/>
                <a:gd name="connsiteX5-165" fmla="*/ 1636674 w 1721896"/>
                <a:gd name="connsiteY5-166" fmla="*/ 383872 h 1495965"/>
                <a:gd name="connsiteX6-167" fmla="*/ 1721434 w 1721896"/>
                <a:gd name="connsiteY6-168" fmla="*/ 1418112 h 1495965"/>
                <a:gd name="connsiteX7-169" fmla="*/ 1686522 w 1721896"/>
                <a:gd name="connsiteY7-170" fmla="*/ 1488592 h 1495965"/>
                <a:gd name="connsiteX8-171" fmla="*/ 1607936 w 1721896"/>
                <a:gd name="connsiteY8-172" fmla="*/ 1490685 h 1495965"/>
                <a:gd name="connsiteX9-173" fmla="*/ 38670 w 1721896"/>
                <a:gd name="connsiteY9-174" fmla="*/ 601817 h 1495965"/>
                <a:gd name="connsiteX10-175" fmla="*/ 26 w 1721896"/>
                <a:gd name="connsiteY10-176" fmla="*/ 533323 h 1495965"/>
                <a:gd name="connsiteX0-177" fmla="*/ 26 w 1721896"/>
                <a:gd name="connsiteY0-178" fmla="*/ 533323 h 1495965"/>
                <a:gd name="connsiteX1-179" fmla="*/ 42483 w 1721896"/>
                <a:gd name="connsiteY1-180" fmla="*/ 467160 h 1495965"/>
                <a:gd name="connsiteX2-181" fmla="*/ 973106 w 1721896"/>
                <a:gd name="connsiteY2-182" fmla="*/ 8056 h 1495965"/>
                <a:gd name="connsiteX3-183" fmla="*/ 1044405 w 1721896"/>
                <a:gd name="connsiteY3-184" fmla="*/ 10069 h 1495965"/>
                <a:gd name="connsiteX4-185" fmla="*/ 1598243 w 1721896"/>
                <a:gd name="connsiteY4-186" fmla="*/ 323776 h 1495965"/>
                <a:gd name="connsiteX5-187" fmla="*/ 1636674 w 1721896"/>
                <a:gd name="connsiteY5-188" fmla="*/ 383872 h 1495965"/>
                <a:gd name="connsiteX6-189" fmla="*/ 1721434 w 1721896"/>
                <a:gd name="connsiteY6-190" fmla="*/ 1418112 h 1495965"/>
                <a:gd name="connsiteX7-191" fmla="*/ 1686522 w 1721896"/>
                <a:gd name="connsiteY7-192" fmla="*/ 1488592 h 1495965"/>
                <a:gd name="connsiteX8-193" fmla="*/ 1607936 w 1721896"/>
                <a:gd name="connsiteY8-194" fmla="*/ 1490685 h 1495965"/>
                <a:gd name="connsiteX9-195" fmla="*/ 38670 w 1721896"/>
                <a:gd name="connsiteY9-196" fmla="*/ 601817 h 1495965"/>
                <a:gd name="connsiteX10-197" fmla="*/ 26 w 1721896"/>
                <a:gd name="connsiteY10-198" fmla="*/ 533323 h 1495965"/>
                <a:gd name="connsiteX0-199" fmla="*/ 26 w 1721474"/>
                <a:gd name="connsiteY0-200" fmla="*/ 533323 h 1495965"/>
                <a:gd name="connsiteX1-201" fmla="*/ 42483 w 1721474"/>
                <a:gd name="connsiteY1-202" fmla="*/ 467160 h 1495965"/>
                <a:gd name="connsiteX2-203" fmla="*/ 973106 w 1721474"/>
                <a:gd name="connsiteY2-204" fmla="*/ 8056 h 1495965"/>
                <a:gd name="connsiteX3-205" fmla="*/ 1044405 w 1721474"/>
                <a:gd name="connsiteY3-206" fmla="*/ 10069 h 1495965"/>
                <a:gd name="connsiteX4-207" fmla="*/ 1598243 w 1721474"/>
                <a:gd name="connsiteY4-208" fmla="*/ 323776 h 1495965"/>
                <a:gd name="connsiteX5-209" fmla="*/ 1636674 w 1721474"/>
                <a:gd name="connsiteY5-210" fmla="*/ 383872 h 1495965"/>
                <a:gd name="connsiteX6-211" fmla="*/ 1721434 w 1721474"/>
                <a:gd name="connsiteY6-212" fmla="*/ 1418112 h 1495965"/>
                <a:gd name="connsiteX7-213" fmla="*/ 1686522 w 1721474"/>
                <a:gd name="connsiteY7-214" fmla="*/ 1488592 h 1495965"/>
                <a:gd name="connsiteX8-215" fmla="*/ 1607936 w 1721474"/>
                <a:gd name="connsiteY8-216" fmla="*/ 1490685 h 1495965"/>
                <a:gd name="connsiteX9-217" fmla="*/ 38670 w 1721474"/>
                <a:gd name="connsiteY9-218" fmla="*/ 601817 h 1495965"/>
                <a:gd name="connsiteX10-219" fmla="*/ 26 w 1721474"/>
                <a:gd name="connsiteY10-220" fmla="*/ 533323 h 1495965"/>
                <a:gd name="connsiteX0-221" fmla="*/ 26 w 1721434"/>
                <a:gd name="connsiteY0-222" fmla="*/ 533323 h 1495965"/>
                <a:gd name="connsiteX1-223" fmla="*/ 42483 w 1721434"/>
                <a:gd name="connsiteY1-224" fmla="*/ 467160 h 1495965"/>
                <a:gd name="connsiteX2-225" fmla="*/ 973106 w 1721434"/>
                <a:gd name="connsiteY2-226" fmla="*/ 8056 h 1495965"/>
                <a:gd name="connsiteX3-227" fmla="*/ 1044405 w 1721434"/>
                <a:gd name="connsiteY3-228" fmla="*/ 10069 h 1495965"/>
                <a:gd name="connsiteX4-229" fmla="*/ 1598243 w 1721434"/>
                <a:gd name="connsiteY4-230" fmla="*/ 323776 h 1495965"/>
                <a:gd name="connsiteX5-231" fmla="*/ 1636674 w 1721434"/>
                <a:gd name="connsiteY5-232" fmla="*/ 383872 h 1495965"/>
                <a:gd name="connsiteX6-233" fmla="*/ 1721434 w 1721434"/>
                <a:gd name="connsiteY6-234" fmla="*/ 1418112 h 1495965"/>
                <a:gd name="connsiteX7-235" fmla="*/ 1686522 w 1721434"/>
                <a:gd name="connsiteY7-236" fmla="*/ 1488592 h 1495965"/>
                <a:gd name="connsiteX8-237" fmla="*/ 1607936 w 1721434"/>
                <a:gd name="connsiteY8-238" fmla="*/ 1490685 h 1495965"/>
                <a:gd name="connsiteX9-239" fmla="*/ 38670 w 1721434"/>
                <a:gd name="connsiteY9-240" fmla="*/ 601817 h 1495965"/>
                <a:gd name="connsiteX10-241" fmla="*/ 26 w 1721434"/>
                <a:gd name="connsiteY10-242" fmla="*/ 533323 h 1495965"/>
                <a:gd name="connsiteX0-243" fmla="*/ 26 w 1721492"/>
                <a:gd name="connsiteY0-244" fmla="*/ 533323 h 1495965"/>
                <a:gd name="connsiteX1-245" fmla="*/ 42483 w 1721492"/>
                <a:gd name="connsiteY1-246" fmla="*/ 467160 h 1495965"/>
                <a:gd name="connsiteX2-247" fmla="*/ 973106 w 1721492"/>
                <a:gd name="connsiteY2-248" fmla="*/ 8056 h 1495965"/>
                <a:gd name="connsiteX3-249" fmla="*/ 1044405 w 1721492"/>
                <a:gd name="connsiteY3-250" fmla="*/ 10069 h 1495965"/>
                <a:gd name="connsiteX4-251" fmla="*/ 1598243 w 1721492"/>
                <a:gd name="connsiteY4-252" fmla="*/ 323776 h 1495965"/>
                <a:gd name="connsiteX5-253" fmla="*/ 1636674 w 1721492"/>
                <a:gd name="connsiteY5-254" fmla="*/ 383872 h 1495965"/>
                <a:gd name="connsiteX6-255" fmla="*/ 1721434 w 1721492"/>
                <a:gd name="connsiteY6-256" fmla="*/ 1418112 h 1495965"/>
                <a:gd name="connsiteX7-257" fmla="*/ 1686522 w 1721492"/>
                <a:gd name="connsiteY7-258" fmla="*/ 1488592 h 1495965"/>
                <a:gd name="connsiteX8-259" fmla="*/ 1607936 w 1721492"/>
                <a:gd name="connsiteY8-260" fmla="*/ 1490685 h 1495965"/>
                <a:gd name="connsiteX9-261" fmla="*/ 38670 w 1721492"/>
                <a:gd name="connsiteY9-262" fmla="*/ 601817 h 1495965"/>
                <a:gd name="connsiteX10-263" fmla="*/ 26 w 1721492"/>
                <a:gd name="connsiteY10-264" fmla="*/ 533323 h 1495965"/>
                <a:gd name="connsiteX0-265" fmla="*/ 26 w 1721649"/>
                <a:gd name="connsiteY0-266" fmla="*/ 533323 h 1495965"/>
                <a:gd name="connsiteX1-267" fmla="*/ 42483 w 1721649"/>
                <a:gd name="connsiteY1-268" fmla="*/ 467160 h 1495965"/>
                <a:gd name="connsiteX2-269" fmla="*/ 973106 w 1721649"/>
                <a:gd name="connsiteY2-270" fmla="*/ 8056 h 1495965"/>
                <a:gd name="connsiteX3-271" fmla="*/ 1044405 w 1721649"/>
                <a:gd name="connsiteY3-272" fmla="*/ 10069 h 1495965"/>
                <a:gd name="connsiteX4-273" fmla="*/ 1598243 w 1721649"/>
                <a:gd name="connsiteY4-274" fmla="*/ 323776 h 1495965"/>
                <a:gd name="connsiteX5-275" fmla="*/ 1636674 w 1721649"/>
                <a:gd name="connsiteY5-276" fmla="*/ 383872 h 1495965"/>
                <a:gd name="connsiteX6-277" fmla="*/ 1721434 w 1721649"/>
                <a:gd name="connsiteY6-278" fmla="*/ 1418112 h 1495965"/>
                <a:gd name="connsiteX7-279" fmla="*/ 1686522 w 1721649"/>
                <a:gd name="connsiteY7-280" fmla="*/ 1488592 h 1495965"/>
                <a:gd name="connsiteX8-281" fmla="*/ 1607936 w 1721649"/>
                <a:gd name="connsiteY8-282" fmla="*/ 1490685 h 1495965"/>
                <a:gd name="connsiteX9-283" fmla="*/ 38670 w 1721649"/>
                <a:gd name="connsiteY9-284" fmla="*/ 601817 h 1495965"/>
                <a:gd name="connsiteX10-285" fmla="*/ 26 w 1721649"/>
                <a:gd name="connsiteY10-286" fmla="*/ 533323 h 1495965"/>
                <a:gd name="connsiteX0-287" fmla="*/ 26 w 1721649"/>
                <a:gd name="connsiteY0-288" fmla="*/ 533323 h 1495580"/>
                <a:gd name="connsiteX1-289" fmla="*/ 42483 w 1721649"/>
                <a:gd name="connsiteY1-290" fmla="*/ 467160 h 1495580"/>
                <a:gd name="connsiteX2-291" fmla="*/ 973106 w 1721649"/>
                <a:gd name="connsiteY2-292" fmla="*/ 8056 h 1495580"/>
                <a:gd name="connsiteX3-293" fmla="*/ 1044405 w 1721649"/>
                <a:gd name="connsiteY3-294" fmla="*/ 10069 h 1495580"/>
                <a:gd name="connsiteX4-295" fmla="*/ 1598243 w 1721649"/>
                <a:gd name="connsiteY4-296" fmla="*/ 323776 h 1495580"/>
                <a:gd name="connsiteX5-297" fmla="*/ 1636674 w 1721649"/>
                <a:gd name="connsiteY5-298" fmla="*/ 383872 h 1495580"/>
                <a:gd name="connsiteX6-299" fmla="*/ 1721434 w 1721649"/>
                <a:gd name="connsiteY6-300" fmla="*/ 1418112 h 1495580"/>
                <a:gd name="connsiteX7-301" fmla="*/ 1686522 w 1721649"/>
                <a:gd name="connsiteY7-302" fmla="*/ 1488592 h 1495580"/>
                <a:gd name="connsiteX8-303" fmla="*/ 1607936 w 1721649"/>
                <a:gd name="connsiteY8-304" fmla="*/ 1490685 h 1495580"/>
                <a:gd name="connsiteX9-305" fmla="*/ 38670 w 1721649"/>
                <a:gd name="connsiteY9-306" fmla="*/ 601817 h 1495580"/>
                <a:gd name="connsiteX10-307" fmla="*/ 26 w 1721649"/>
                <a:gd name="connsiteY10-308" fmla="*/ 533323 h 1495580"/>
                <a:gd name="connsiteX0-309" fmla="*/ 26 w 1721649"/>
                <a:gd name="connsiteY0-310" fmla="*/ 533323 h 1500006"/>
                <a:gd name="connsiteX1-311" fmla="*/ 42483 w 1721649"/>
                <a:gd name="connsiteY1-312" fmla="*/ 467160 h 1500006"/>
                <a:gd name="connsiteX2-313" fmla="*/ 973106 w 1721649"/>
                <a:gd name="connsiteY2-314" fmla="*/ 8056 h 1500006"/>
                <a:gd name="connsiteX3-315" fmla="*/ 1044405 w 1721649"/>
                <a:gd name="connsiteY3-316" fmla="*/ 10069 h 1500006"/>
                <a:gd name="connsiteX4-317" fmla="*/ 1598243 w 1721649"/>
                <a:gd name="connsiteY4-318" fmla="*/ 323776 h 1500006"/>
                <a:gd name="connsiteX5-319" fmla="*/ 1636674 w 1721649"/>
                <a:gd name="connsiteY5-320" fmla="*/ 383872 h 1500006"/>
                <a:gd name="connsiteX6-321" fmla="*/ 1721434 w 1721649"/>
                <a:gd name="connsiteY6-322" fmla="*/ 1418112 h 1500006"/>
                <a:gd name="connsiteX7-323" fmla="*/ 1686522 w 1721649"/>
                <a:gd name="connsiteY7-324" fmla="*/ 1488592 h 1500006"/>
                <a:gd name="connsiteX8-325" fmla="*/ 1607936 w 1721649"/>
                <a:gd name="connsiteY8-326" fmla="*/ 1490685 h 1500006"/>
                <a:gd name="connsiteX9-327" fmla="*/ 38670 w 1721649"/>
                <a:gd name="connsiteY9-328" fmla="*/ 601817 h 1500006"/>
                <a:gd name="connsiteX10-329" fmla="*/ 26 w 1721649"/>
                <a:gd name="connsiteY10-330" fmla="*/ 533323 h 1500006"/>
                <a:gd name="connsiteX0-331" fmla="*/ 26 w 1721649"/>
                <a:gd name="connsiteY0-332" fmla="*/ 533323 h 1500006"/>
                <a:gd name="connsiteX1-333" fmla="*/ 42483 w 1721649"/>
                <a:gd name="connsiteY1-334" fmla="*/ 467160 h 1500006"/>
                <a:gd name="connsiteX2-335" fmla="*/ 973106 w 1721649"/>
                <a:gd name="connsiteY2-336" fmla="*/ 8056 h 1500006"/>
                <a:gd name="connsiteX3-337" fmla="*/ 1044405 w 1721649"/>
                <a:gd name="connsiteY3-338" fmla="*/ 10069 h 1500006"/>
                <a:gd name="connsiteX4-339" fmla="*/ 1598243 w 1721649"/>
                <a:gd name="connsiteY4-340" fmla="*/ 323776 h 1500006"/>
                <a:gd name="connsiteX5-341" fmla="*/ 1636674 w 1721649"/>
                <a:gd name="connsiteY5-342" fmla="*/ 383872 h 1500006"/>
                <a:gd name="connsiteX6-343" fmla="*/ 1721434 w 1721649"/>
                <a:gd name="connsiteY6-344" fmla="*/ 1418112 h 1500006"/>
                <a:gd name="connsiteX7-345" fmla="*/ 1686522 w 1721649"/>
                <a:gd name="connsiteY7-346" fmla="*/ 1488592 h 1500006"/>
                <a:gd name="connsiteX8-347" fmla="*/ 1607936 w 1721649"/>
                <a:gd name="connsiteY8-348" fmla="*/ 1490685 h 1500006"/>
                <a:gd name="connsiteX9-349" fmla="*/ 38670 w 1721649"/>
                <a:gd name="connsiteY9-350" fmla="*/ 601817 h 1500006"/>
                <a:gd name="connsiteX10-351" fmla="*/ 26 w 1721649"/>
                <a:gd name="connsiteY10-352" fmla="*/ 533323 h 1500006"/>
                <a:gd name="connsiteX0-353" fmla="*/ 26 w 1721649"/>
                <a:gd name="connsiteY0-354" fmla="*/ 533323 h 1500006"/>
                <a:gd name="connsiteX1-355" fmla="*/ 42483 w 1721649"/>
                <a:gd name="connsiteY1-356" fmla="*/ 467160 h 1500006"/>
                <a:gd name="connsiteX2-357" fmla="*/ 973106 w 1721649"/>
                <a:gd name="connsiteY2-358" fmla="*/ 8056 h 1500006"/>
                <a:gd name="connsiteX3-359" fmla="*/ 1044405 w 1721649"/>
                <a:gd name="connsiteY3-360" fmla="*/ 10069 h 1500006"/>
                <a:gd name="connsiteX4-361" fmla="*/ 1598243 w 1721649"/>
                <a:gd name="connsiteY4-362" fmla="*/ 323776 h 1500006"/>
                <a:gd name="connsiteX5-363" fmla="*/ 1636674 w 1721649"/>
                <a:gd name="connsiteY5-364" fmla="*/ 383872 h 1500006"/>
                <a:gd name="connsiteX6-365" fmla="*/ 1721434 w 1721649"/>
                <a:gd name="connsiteY6-366" fmla="*/ 1418112 h 1500006"/>
                <a:gd name="connsiteX7-367" fmla="*/ 1686522 w 1721649"/>
                <a:gd name="connsiteY7-368" fmla="*/ 1488592 h 1500006"/>
                <a:gd name="connsiteX8-369" fmla="*/ 1607936 w 1721649"/>
                <a:gd name="connsiteY8-370" fmla="*/ 1490685 h 1500006"/>
                <a:gd name="connsiteX9-371" fmla="*/ 38670 w 1721649"/>
                <a:gd name="connsiteY9-372" fmla="*/ 601817 h 1500006"/>
                <a:gd name="connsiteX10-373" fmla="*/ 26 w 1721649"/>
                <a:gd name="connsiteY10-374" fmla="*/ 533323 h 1500006"/>
                <a:gd name="connsiteX0-375" fmla="*/ 26 w 1721649"/>
                <a:gd name="connsiteY0-376" fmla="*/ 533323 h 1500006"/>
                <a:gd name="connsiteX1-377" fmla="*/ 42483 w 1721649"/>
                <a:gd name="connsiteY1-378" fmla="*/ 467160 h 1500006"/>
                <a:gd name="connsiteX2-379" fmla="*/ 973106 w 1721649"/>
                <a:gd name="connsiteY2-380" fmla="*/ 8056 h 1500006"/>
                <a:gd name="connsiteX3-381" fmla="*/ 1044405 w 1721649"/>
                <a:gd name="connsiteY3-382" fmla="*/ 10069 h 1500006"/>
                <a:gd name="connsiteX4-383" fmla="*/ 1598243 w 1721649"/>
                <a:gd name="connsiteY4-384" fmla="*/ 323776 h 1500006"/>
                <a:gd name="connsiteX5-385" fmla="*/ 1636674 w 1721649"/>
                <a:gd name="connsiteY5-386" fmla="*/ 383872 h 1500006"/>
                <a:gd name="connsiteX6-387" fmla="*/ 1721434 w 1721649"/>
                <a:gd name="connsiteY6-388" fmla="*/ 1418112 h 1500006"/>
                <a:gd name="connsiteX7-389" fmla="*/ 1686522 w 1721649"/>
                <a:gd name="connsiteY7-390" fmla="*/ 1488592 h 1500006"/>
                <a:gd name="connsiteX8-391" fmla="*/ 1607936 w 1721649"/>
                <a:gd name="connsiteY8-392" fmla="*/ 1490685 h 1500006"/>
                <a:gd name="connsiteX9-393" fmla="*/ 38670 w 1721649"/>
                <a:gd name="connsiteY9-394" fmla="*/ 601817 h 1500006"/>
                <a:gd name="connsiteX10-395" fmla="*/ 26 w 1721649"/>
                <a:gd name="connsiteY10-396" fmla="*/ 533323 h 150000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1721649" h="1500006">
                  <a:moveTo>
                    <a:pt x="26" y="533323"/>
                  </a:moveTo>
                  <a:cubicBezTo>
                    <a:pt x="789" y="506604"/>
                    <a:pt x="18511" y="478986"/>
                    <a:pt x="42483" y="467160"/>
                  </a:cubicBezTo>
                  <a:cubicBezTo>
                    <a:pt x="42483" y="467160"/>
                    <a:pt x="973106" y="8056"/>
                    <a:pt x="973106" y="8056"/>
                  </a:cubicBezTo>
                  <a:cubicBezTo>
                    <a:pt x="996206" y="-3340"/>
                    <a:pt x="1021993" y="-2625"/>
                    <a:pt x="1044405" y="10069"/>
                  </a:cubicBezTo>
                  <a:cubicBezTo>
                    <a:pt x="1044405" y="10070"/>
                    <a:pt x="1598243" y="323777"/>
                    <a:pt x="1598243" y="323776"/>
                  </a:cubicBezTo>
                  <a:cubicBezTo>
                    <a:pt x="1620655" y="336471"/>
                    <a:pt x="1634570" y="358201"/>
                    <a:pt x="1636674" y="383872"/>
                  </a:cubicBezTo>
                  <a:cubicBezTo>
                    <a:pt x="1636674" y="383873"/>
                    <a:pt x="1721434" y="1418113"/>
                    <a:pt x="1721434" y="1418112"/>
                  </a:cubicBezTo>
                  <a:cubicBezTo>
                    <a:pt x="1723617" y="1444753"/>
                    <a:pt x="1709046" y="1474201"/>
                    <a:pt x="1686522" y="1488592"/>
                  </a:cubicBezTo>
                  <a:cubicBezTo>
                    <a:pt x="1663998" y="1502986"/>
                    <a:pt x="1631195" y="1503860"/>
                    <a:pt x="1607936" y="1490685"/>
                  </a:cubicBezTo>
                  <a:cubicBezTo>
                    <a:pt x="1607936" y="1490686"/>
                    <a:pt x="38670" y="601818"/>
                    <a:pt x="38670" y="601817"/>
                  </a:cubicBezTo>
                  <a:cubicBezTo>
                    <a:pt x="15411" y="588644"/>
                    <a:pt x="-736" y="560042"/>
                    <a:pt x="26" y="533323"/>
                  </a:cubicBezTo>
                  <a:close/>
                </a:path>
              </a:pathLst>
            </a:custGeom>
            <a:gradFill>
              <a:gsLst>
                <a:gs pos="75000">
                  <a:srgbClr val="4CAF50">
                    <a:alpha val="100000"/>
                  </a:srgbClr>
                </a:gs>
                <a:gs pos="0">
                  <a:srgbClr val="4CAF50">
                    <a:lumMod val="60000"/>
                    <a:lumOff val="40000"/>
                    <a:alpha val="100000"/>
                  </a:srgbClr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35" name="等腰三角形 34"/>
            <p:cNvSpPr/>
            <p:nvPr>
              <p:custDataLst>
                <p:tags r:id="rId15"/>
              </p:custDataLst>
            </p:nvPr>
          </p:nvSpPr>
          <p:spPr>
            <a:xfrm rot="14610463">
              <a:off x="22158" y="10362"/>
              <a:ext cx="1656" cy="1434"/>
            </a:xfrm>
            <a:prstGeom prst="triangle">
              <a:avLst>
                <a:gd name="adj" fmla="val 42509"/>
              </a:avLst>
            </a:prstGeom>
            <a:solidFill>
              <a:srgbClr val="4CAF50">
                <a:alpha val="40000"/>
                <a:lumMod val="30000"/>
                <a:lumOff val="70000"/>
              </a:srgbClr>
            </a:solidFill>
            <a:ln w="3175"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150000"/>
                </a:lnSpc>
              </a:pPr>
              <a:endParaRPr lang="zh-CN" altLang="en-US" sz="1000">
                <a:solidFill>
                  <a:srgbClr val="4CAF50"/>
                </a:solidFill>
              </a:endParaRPr>
            </a:p>
          </p:txBody>
        </p:sp>
        <p:sp>
          <p:nvSpPr>
            <p:cNvPr id="27" name="任意多边形: 形状 26"/>
            <p:cNvSpPr/>
            <p:nvPr>
              <p:custDataLst>
                <p:tags r:id="rId16"/>
              </p:custDataLst>
            </p:nvPr>
          </p:nvSpPr>
          <p:spPr>
            <a:xfrm rot="3600000">
              <a:off x="18148" y="5740"/>
              <a:ext cx="4311" cy="3756"/>
            </a:xfrm>
            <a:custGeom>
              <a:avLst/>
              <a:gdLst>
                <a:gd name="connsiteX0" fmla="*/ 26 w 1721896"/>
                <a:gd name="connsiteY0" fmla="*/ 529544 h 1492186"/>
                <a:gd name="connsiteX1" fmla="*/ 42483 w 1721896"/>
                <a:gd name="connsiteY1" fmla="*/ 463381 h 1492186"/>
                <a:gd name="connsiteX2" fmla="*/ 973106 w 1721896"/>
                <a:gd name="connsiteY2" fmla="*/ 4277 h 1492186"/>
                <a:gd name="connsiteX3" fmla="*/ 1044405 w 1721896"/>
                <a:gd name="connsiteY3" fmla="*/ 6290 h 1492186"/>
                <a:gd name="connsiteX4" fmla="*/ 1598243 w 1721896"/>
                <a:gd name="connsiteY4" fmla="*/ 319997 h 1492186"/>
                <a:gd name="connsiteX5" fmla="*/ 1636674 w 1721896"/>
                <a:gd name="connsiteY5" fmla="*/ 380093 h 1492186"/>
                <a:gd name="connsiteX6" fmla="*/ 1721434 w 1721896"/>
                <a:gd name="connsiteY6" fmla="*/ 1414333 h 1492186"/>
                <a:gd name="connsiteX7" fmla="*/ 1686522 w 1721896"/>
                <a:gd name="connsiteY7" fmla="*/ 1484813 h 1492186"/>
                <a:gd name="connsiteX8" fmla="*/ 1607936 w 1721896"/>
                <a:gd name="connsiteY8" fmla="*/ 1486906 h 1492186"/>
                <a:gd name="connsiteX9" fmla="*/ 38670 w 1721896"/>
                <a:gd name="connsiteY9" fmla="*/ 598038 h 1492186"/>
                <a:gd name="connsiteX10" fmla="*/ 26 w 1721896"/>
                <a:gd name="connsiteY10" fmla="*/ 529544 h 1492186"/>
                <a:gd name="connsiteX0-1" fmla="*/ 26 w 1721896"/>
                <a:gd name="connsiteY0-2" fmla="*/ 529544 h 1492186"/>
                <a:gd name="connsiteX1-3" fmla="*/ 42483 w 1721896"/>
                <a:gd name="connsiteY1-4" fmla="*/ 463381 h 1492186"/>
                <a:gd name="connsiteX2-5" fmla="*/ 973106 w 1721896"/>
                <a:gd name="connsiteY2-6" fmla="*/ 4277 h 1492186"/>
                <a:gd name="connsiteX3-7" fmla="*/ 1044405 w 1721896"/>
                <a:gd name="connsiteY3-8" fmla="*/ 6290 h 1492186"/>
                <a:gd name="connsiteX4-9" fmla="*/ 1598243 w 1721896"/>
                <a:gd name="connsiteY4-10" fmla="*/ 319997 h 1492186"/>
                <a:gd name="connsiteX5-11" fmla="*/ 1636674 w 1721896"/>
                <a:gd name="connsiteY5-12" fmla="*/ 380093 h 1492186"/>
                <a:gd name="connsiteX6-13" fmla="*/ 1721434 w 1721896"/>
                <a:gd name="connsiteY6-14" fmla="*/ 1414333 h 1492186"/>
                <a:gd name="connsiteX7-15" fmla="*/ 1686522 w 1721896"/>
                <a:gd name="connsiteY7-16" fmla="*/ 1484813 h 1492186"/>
                <a:gd name="connsiteX8-17" fmla="*/ 1607936 w 1721896"/>
                <a:gd name="connsiteY8-18" fmla="*/ 1486906 h 1492186"/>
                <a:gd name="connsiteX9-19" fmla="*/ 38670 w 1721896"/>
                <a:gd name="connsiteY9-20" fmla="*/ 598038 h 1492186"/>
                <a:gd name="connsiteX10-21" fmla="*/ 26 w 1721896"/>
                <a:gd name="connsiteY10-22" fmla="*/ 529544 h 1492186"/>
                <a:gd name="connsiteX0-23" fmla="*/ 26 w 1721896"/>
                <a:gd name="connsiteY0-24" fmla="*/ 529544 h 1492186"/>
                <a:gd name="connsiteX1-25" fmla="*/ 42483 w 1721896"/>
                <a:gd name="connsiteY1-26" fmla="*/ 463381 h 1492186"/>
                <a:gd name="connsiteX2-27" fmla="*/ 973106 w 1721896"/>
                <a:gd name="connsiteY2-28" fmla="*/ 4277 h 1492186"/>
                <a:gd name="connsiteX3-29" fmla="*/ 1044405 w 1721896"/>
                <a:gd name="connsiteY3-30" fmla="*/ 6290 h 1492186"/>
                <a:gd name="connsiteX4-31" fmla="*/ 1598243 w 1721896"/>
                <a:gd name="connsiteY4-32" fmla="*/ 319997 h 1492186"/>
                <a:gd name="connsiteX5-33" fmla="*/ 1636674 w 1721896"/>
                <a:gd name="connsiteY5-34" fmla="*/ 380093 h 1492186"/>
                <a:gd name="connsiteX6-35" fmla="*/ 1721434 w 1721896"/>
                <a:gd name="connsiteY6-36" fmla="*/ 1414333 h 1492186"/>
                <a:gd name="connsiteX7-37" fmla="*/ 1686522 w 1721896"/>
                <a:gd name="connsiteY7-38" fmla="*/ 1484813 h 1492186"/>
                <a:gd name="connsiteX8-39" fmla="*/ 1607936 w 1721896"/>
                <a:gd name="connsiteY8-40" fmla="*/ 1486906 h 1492186"/>
                <a:gd name="connsiteX9-41" fmla="*/ 38670 w 1721896"/>
                <a:gd name="connsiteY9-42" fmla="*/ 598038 h 1492186"/>
                <a:gd name="connsiteX10-43" fmla="*/ 26 w 1721896"/>
                <a:gd name="connsiteY10-44" fmla="*/ 529544 h 1492186"/>
                <a:gd name="connsiteX0-45" fmla="*/ 26 w 1721896"/>
                <a:gd name="connsiteY0-46" fmla="*/ 529544 h 1492186"/>
                <a:gd name="connsiteX1-47" fmla="*/ 42483 w 1721896"/>
                <a:gd name="connsiteY1-48" fmla="*/ 463381 h 1492186"/>
                <a:gd name="connsiteX2-49" fmla="*/ 973106 w 1721896"/>
                <a:gd name="connsiteY2-50" fmla="*/ 4277 h 1492186"/>
                <a:gd name="connsiteX3-51" fmla="*/ 1044405 w 1721896"/>
                <a:gd name="connsiteY3-52" fmla="*/ 6290 h 1492186"/>
                <a:gd name="connsiteX4-53" fmla="*/ 1598243 w 1721896"/>
                <a:gd name="connsiteY4-54" fmla="*/ 319997 h 1492186"/>
                <a:gd name="connsiteX5-55" fmla="*/ 1636674 w 1721896"/>
                <a:gd name="connsiteY5-56" fmla="*/ 380093 h 1492186"/>
                <a:gd name="connsiteX6-57" fmla="*/ 1721434 w 1721896"/>
                <a:gd name="connsiteY6-58" fmla="*/ 1414333 h 1492186"/>
                <a:gd name="connsiteX7-59" fmla="*/ 1686522 w 1721896"/>
                <a:gd name="connsiteY7-60" fmla="*/ 1484813 h 1492186"/>
                <a:gd name="connsiteX8-61" fmla="*/ 1607936 w 1721896"/>
                <a:gd name="connsiteY8-62" fmla="*/ 1486906 h 1492186"/>
                <a:gd name="connsiteX9-63" fmla="*/ 38670 w 1721896"/>
                <a:gd name="connsiteY9-64" fmla="*/ 598038 h 1492186"/>
                <a:gd name="connsiteX10-65" fmla="*/ 26 w 1721896"/>
                <a:gd name="connsiteY10-66" fmla="*/ 529544 h 1492186"/>
                <a:gd name="connsiteX0-67" fmla="*/ 26 w 1721896"/>
                <a:gd name="connsiteY0-68" fmla="*/ 529857 h 1492499"/>
                <a:gd name="connsiteX1-69" fmla="*/ 42483 w 1721896"/>
                <a:gd name="connsiteY1-70" fmla="*/ 463694 h 1492499"/>
                <a:gd name="connsiteX2-71" fmla="*/ 973106 w 1721896"/>
                <a:gd name="connsiteY2-72" fmla="*/ 4590 h 1492499"/>
                <a:gd name="connsiteX3-73" fmla="*/ 1044405 w 1721896"/>
                <a:gd name="connsiteY3-74" fmla="*/ 6603 h 1492499"/>
                <a:gd name="connsiteX4-75" fmla="*/ 1598243 w 1721896"/>
                <a:gd name="connsiteY4-76" fmla="*/ 320310 h 1492499"/>
                <a:gd name="connsiteX5-77" fmla="*/ 1636674 w 1721896"/>
                <a:gd name="connsiteY5-78" fmla="*/ 380406 h 1492499"/>
                <a:gd name="connsiteX6-79" fmla="*/ 1721434 w 1721896"/>
                <a:gd name="connsiteY6-80" fmla="*/ 1414646 h 1492499"/>
                <a:gd name="connsiteX7-81" fmla="*/ 1686522 w 1721896"/>
                <a:gd name="connsiteY7-82" fmla="*/ 1485126 h 1492499"/>
                <a:gd name="connsiteX8-83" fmla="*/ 1607936 w 1721896"/>
                <a:gd name="connsiteY8-84" fmla="*/ 1487219 h 1492499"/>
                <a:gd name="connsiteX9-85" fmla="*/ 38670 w 1721896"/>
                <a:gd name="connsiteY9-86" fmla="*/ 598351 h 1492499"/>
                <a:gd name="connsiteX10-87" fmla="*/ 26 w 1721896"/>
                <a:gd name="connsiteY10-88" fmla="*/ 529857 h 1492499"/>
                <a:gd name="connsiteX0-89" fmla="*/ 26 w 1721896"/>
                <a:gd name="connsiteY0-90" fmla="*/ 533323 h 1495965"/>
                <a:gd name="connsiteX1-91" fmla="*/ 42483 w 1721896"/>
                <a:gd name="connsiteY1-92" fmla="*/ 467160 h 1495965"/>
                <a:gd name="connsiteX2-93" fmla="*/ 973106 w 1721896"/>
                <a:gd name="connsiteY2-94" fmla="*/ 8056 h 1495965"/>
                <a:gd name="connsiteX3-95" fmla="*/ 1044405 w 1721896"/>
                <a:gd name="connsiteY3-96" fmla="*/ 10069 h 1495965"/>
                <a:gd name="connsiteX4-97" fmla="*/ 1598243 w 1721896"/>
                <a:gd name="connsiteY4-98" fmla="*/ 323776 h 1495965"/>
                <a:gd name="connsiteX5-99" fmla="*/ 1636674 w 1721896"/>
                <a:gd name="connsiteY5-100" fmla="*/ 383872 h 1495965"/>
                <a:gd name="connsiteX6-101" fmla="*/ 1721434 w 1721896"/>
                <a:gd name="connsiteY6-102" fmla="*/ 1418112 h 1495965"/>
                <a:gd name="connsiteX7-103" fmla="*/ 1686522 w 1721896"/>
                <a:gd name="connsiteY7-104" fmla="*/ 1488592 h 1495965"/>
                <a:gd name="connsiteX8-105" fmla="*/ 1607936 w 1721896"/>
                <a:gd name="connsiteY8-106" fmla="*/ 1490685 h 1495965"/>
                <a:gd name="connsiteX9-107" fmla="*/ 38670 w 1721896"/>
                <a:gd name="connsiteY9-108" fmla="*/ 601817 h 1495965"/>
                <a:gd name="connsiteX10-109" fmla="*/ 26 w 1721896"/>
                <a:gd name="connsiteY10-110" fmla="*/ 533323 h 1495965"/>
                <a:gd name="connsiteX0-111" fmla="*/ 26 w 1721896"/>
                <a:gd name="connsiteY0-112" fmla="*/ 533323 h 1495965"/>
                <a:gd name="connsiteX1-113" fmla="*/ 42483 w 1721896"/>
                <a:gd name="connsiteY1-114" fmla="*/ 467160 h 1495965"/>
                <a:gd name="connsiteX2-115" fmla="*/ 973106 w 1721896"/>
                <a:gd name="connsiteY2-116" fmla="*/ 8056 h 1495965"/>
                <a:gd name="connsiteX3-117" fmla="*/ 1044405 w 1721896"/>
                <a:gd name="connsiteY3-118" fmla="*/ 10069 h 1495965"/>
                <a:gd name="connsiteX4-119" fmla="*/ 1598243 w 1721896"/>
                <a:gd name="connsiteY4-120" fmla="*/ 323776 h 1495965"/>
                <a:gd name="connsiteX5-121" fmla="*/ 1636674 w 1721896"/>
                <a:gd name="connsiteY5-122" fmla="*/ 383872 h 1495965"/>
                <a:gd name="connsiteX6-123" fmla="*/ 1721434 w 1721896"/>
                <a:gd name="connsiteY6-124" fmla="*/ 1418112 h 1495965"/>
                <a:gd name="connsiteX7-125" fmla="*/ 1686522 w 1721896"/>
                <a:gd name="connsiteY7-126" fmla="*/ 1488592 h 1495965"/>
                <a:gd name="connsiteX8-127" fmla="*/ 1607936 w 1721896"/>
                <a:gd name="connsiteY8-128" fmla="*/ 1490685 h 1495965"/>
                <a:gd name="connsiteX9-129" fmla="*/ 38670 w 1721896"/>
                <a:gd name="connsiteY9-130" fmla="*/ 601817 h 1495965"/>
                <a:gd name="connsiteX10-131" fmla="*/ 26 w 1721896"/>
                <a:gd name="connsiteY10-132" fmla="*/ 533323 h 1495965"/>
                <a:gd name="connsiteX0-133" fmla="*/ 26 w 1721896"/>
                <a:gd name="connsiteY0-134" fmla="*/ 533323 h 1495965"/>
                <a:gd name="connsiteX1-135" fmla="*/ 42483 w 1721896"/>
                <a:gd name="connsiteY1-136" fmla="*/ 467160 h 1495965"/>
                <a:gd name="connsiteX2-137" fmla="*/ 973106 w 1721896"/>
                <a:gd name="connsiteY2-138" fmla="*/ 8056 h 1495965"/>
                <a:gd name="connsiteX3-139" fmla="*/ 1044405 w 1721896"/>
                <a:gd name="connsiteY3-140" fmla="*/ 10069 h 1495965"/>
                <a:gd name="connsiteX4-141" fmla="*/ 1598243 w 1721896"/>
                <a:gd name="connsiteY4-142" fmla="*/ 323776 h 1495965"/>
                <a:gd name="connsiteX5-143" fmla="*/ 1636674 w 1721896"/>
                <a:gd name="connsiteY5-144" fmla="*/ 383872 h 1495965"/>
                <a:gd name="connsiteX6-145" fmla="*/ 1721434 w 1721896"/>
                <a:gd name="connsiteY6-146" fmla="*/ 1418112 h 1495965"/>
                <a:gd name="connsiteX7-147" fmla="*/ 1686522 w 1721896"/>
                <a:gd name="connsiteY7-148" fmla="*/ 1488592 h 1495965"/>
                <a:gd name="connsiteX8-149" fmla="*/ 1607936 w 1721896"/>
                <a:gd name="connsiteY8-150" fmla="*/ 1490685 h 1495965"/>
                <a:gd name="connsiteX9-151" fmla="*/ 38670 w 1721896"/>
                <a:gd name="connsiteY9-152" fmla="*/ 601817 h 1495965"/>
                <a:gd name="connsiteX10-153" fmla="*/ 26 w 1721896"/>
                <a:gd name="connsiteY10-154" fmla="*/ 533323 h 1495965"/>
                <a:gd name="connsiteX0-155" fmla="*/ 26 w 1721896"/>
                <a:gd name="connsiteY0-156" fmla="*/ 533323 h 1495965"/>
                <a:gd name="connsiteX1-157" fmla="*/ 42483 w 1721896"/>
                <a:gd name="connsiteY1-158" fmla="*/ 467160 h 1495965"/>
                <a:gd name="connsiteX2-159" fmla="*/ 973106 w 1721896"/>
                <a:gd name="connsiteY2-160" fmla="*/ 8056 h 1495965"/>
                <a:gd name="connsiteX3-161" fmla="*/ 1044405 w 1721896"/>
                <a:gd name="connsiteY3-162" fmla="*/ 10069 h 1495965"/>
                <a:gd name="connsiteX4-163" fmla="*/ 1598243 w 1721896"/>
                <a:gd name="connsiteY4-164" fmla="*/ 323776 h 1495965"/>
                <a:gd name="connsiteX5-165" fmla="*/ 1636674 w 1721896"/>
                <a:gd name="connsiteY5-166" fmla="*/ 383872 h 1495965"/>
                <a:gd name="connsiteX6-167" fmla="*/ 1721434 w 1721896"/>
                <a:gd name="connsiteY6-168" fmla="*/ 1418112 h 1495965"/>
                <a:gd name="connsiteX7-169" fmla="*/ 1686522 w 1721896"/>
                <a:gd name="connsiteY7-170" fmla="*/ 1488592 h 1495965"/>
                <a:gd name="connsiteX8-171" fmla="*/ 1607936 w 1721896"/>
                <a:gd name="connsiteY8-172" fmla="*/ 1490685 h 1495965"/>
                <a:gd name="connsiteX9-173" fmla="*/ 38670 w 1721896"/>
                <a:gd name="connsiteY9-174" fmla="*/ 601817 h 1495965"/>
                <a:gd name="connsiteX10-175" fmla="*/ 26 w 1721896"/>
                <a:gd name="connsiteY10-176" fmla="*/ 533323 h 1495965"/>
                <a:gd name="connsiteX0-177" fmla="*/ 26 w 1721896"/>
                <a:gd name="connsiteY0-178" fmla="*/ 533323 h 1495965"/>
                <a:gd name="connsiteX1-179" fmla="*/ 42483 w 1721896"/>
                <a:gd name="connsiteY1-180" fmla="*/ 467160 h 1495965"/>
                <a:gd name="connsiteX2-181" fmla="*/ 973106 w 1721896"/>
                <a:gd name="connsiteY2-182" fmla="*/ 8056 h 1495965"/>
                <a:gd name="connsiteX3-183" fmla="*/ 1044405 w 1721896"/>
                <a:gd name="connsiteY3-184" fmla="*/ 10069 h 1495965"/>
                <a:gd name="connsiteX4-185" fmla="*/ 1598243 w 1721896"/>
                <a:gd name="connsiteY4-186" fmla="*/ 323776 h 1495965"/>
                <a:gd name="connsiteX5-187" fmla="*/ 1636674 w 1721896"/>
                <a:gd name="connsiteY5-188" fmla="*/ 383872 h 1495965"/>
                <a:gd name="connsiteX6-189" fmla="*/ 1721434 w 1721896"/>
                <a:gd name="connsiteY6-190" fmla="*/ 1418112 h 1495965"/>
                <a:gd name="connsiteX7-191" fmla="*/ 1686522 w 1721896"/>
                <a:gd name="connsiteY7-192" fmla="*/ 1488592 h 1495965"/>
                <a:gd name="connsiteX8-193" fmla="*/ 1607936 w 1721896"/>
                <a:gd name="connsiteY8-194" fmla="*/ 1490685 h 1495965"/>
                <a:gd name="connsiteX9-195" fmla="*/ 38670 w 1721896"/>
                <a:gd name="connsiteY9-196" fmla="*/ 601817 h 1495965"/>
                <a:gd name="connsiteX10-197" fmla="*/ 26 w 1721896"/>
                <a:gd name="connsiteY10-198" fmla="*/ 533323 h 1495965"/>
                <a:gd name="connsiteX0-199" fmla="*/ 26 w 1721474"/>
                <a:gd name="connsiteY0-200" fmla="*/ 533323 h 1495965"/>
                <a:gd name="connsiteX1-201" fmla="*/ 42483 w 1721474"/>
                <a:gd name="connsiteY1-202" fmla="*/ 467160 h 1495965"/>
                <a:gd name="connsiteX2-203" fmla="*/ 973106 w 1721474"/>
                <a:gd name="connsiteY2-204" fmla="*/ 8056 h 1495965"/>
                <a:gd name="connsiteX3-205" fmla="*/ 1044405 w 1721474"/>
                <a:gd name="connsiteY3-206" fmla="*/ 10069 h 1495965"/>
                <a:gd name="connsiteX4-207" fmla="*/ 1598243 w 1721474"/>
                <a:gd name="connsiteY4-208" fmla="*/ 323776 h 1495965"/>
                <a:gd name="connsiteX5-209" fmla="*/ 1636674 w 1721474"/>
                <a:gd name="connsiteY5-210" fmla="*/ 383872 h 1495965"/>
                <a:gd name="connsiteX6-211" fmla="*/ 1721434 w 1721474"/>
                <a:gd name="connsiteY6-212" fmla="*/ 1418112 h 1495965"/>
                <a:gd name="connsiteX7-213" fmla="*/ 1686522 w 1721474"/>
                <a:gd name="connsiteY7-214" fmla="*/ 1488592 h 1495965"/>
                <a:gd name="connsiteX8-215" fmla="*/ 1607936 w 1721474"/>
                <a:gd name="connsiteY8-216" fmla="*/ 1490685 h 1495965"/>
                <a:gd name="connsiteX9-217" fmla="*/ 38670 w 1721474"/>
                <a:gd name="connsiteY9-218" fmla="*/ 601817 h 1495965"/>
                <a:gd name="connsiteX10-219" fmla="*/ 26 w 1721474"/>
                <a:gd name="connsiteY10-220" fmla="*/ 533323 h 1495965"/>
                <a:gd name="connsiteX0-221" fmla="*/ 26 w 1721434"/>
                <a:gd name="connsiteY0-222" fmla="*/ 533323 h 1495965"/>
                <a:gd name="connsiteX1-223" fmla="*/ 42483 w 1721434"/>
                <a:gd name="connsiteY1-224" fmla="*/ 467160 h 1495965"/>
                <a:gd name="connsiteX2-225" fmla="*/ 973106 w 1721434"/>
                <a:gd name="connsiteY2-226" fmla="*/ 8056 h 1495965"/>
                <a:gd name="connsiteX3-227" fmla="*/ 1044405 w 1721434"/>
                <a:gd name="connsiteY3-228" fmla="*/ 10069 h 1495965"/>
                <a:gd name="connsiteX4-229" fmla="*/ 1598243 w 1721434"/>
                <a:gd name="connsiteY4-230" fmla="*/ 323776 h 1495965"/>
                <a:gd name="connsiteX5-231" fmla="*/ 1636674 w 1721434"/>
                <a:gd name="connsiteY5-232" fmla="*/ 383872 h 1495965"/>
                <a:gd name="connsiteX6-233" fmla="*/ 1721434 w 1721434"/>
                <a:gd name="connsiteY6-234" fmla="*/ 1418112 h 1495965"/>
                <a:gd name="connsiteX7-235" fmla="*/ 1686522 w 1721434"/>
                <a:gd name="connsiteY7-236" fmla="*/ 1488592 h 1495965"/>
                <a:gd name="connsiteX8-237" fmla="*/ 1607936 w 1721434"/>
                <a:gd name="connsiteY8-238" fmla="*/ 1490685 h 1495965"/>
                <a:gd name="connsiteX9-239" fmla="*/ 38670 w 1721434"/>
                <a:gd name="connsiteY9-240" fmla="*/ 601817 h 1495965"/>
                <a:gd name="connsiteX10-241" fmla="*/ 26 w 1721434"/>
                <a:gd name="connsiteY10-242" fmla="*/ 533323 h 1495965"/>
                <a:gd name="connsiteX0-243" fmla="*/ 26 w 1721492"/>
                <a:gd name="connsiteY0-244" fmla="*/ 533323 h 1495965"/>
                <a:gd name="connsiteX1-245" fmla="*/ 42483 w 1721492"/>
                <a:gd name="connsiteY1-246" fmla="*/ 467160 h 1495965"/>
                <a:gd name="connsiteX2-247" fmla="*/ 973106 w 1721492"/>
                <a:gd name="connsiteY2-248" fmla="*/ 8056 h 1495965"/>
                <a:gd name="connsiteX3-249" fmla="*/ 1044405 w 1721492"/>
                <a:gd name="connsiteY3-250" fmla="*/ 10069 h 1495965"/>
                <a:gd name="connsiteX4-251" fmla="*/ 1598243 w 1721492"/>
                <a:gd name="connsiteY4-252" fmla="*/ 323776 h 1495965"/>
                <a:gd name="connsiteX5-253" fmla="*/ 1636674 w 1721492"/>
                <a:gd name="connsiteY5-254" fmla="*/ 383872 h 1495965"/>
                <a:gd name="connsiteX6-255" fmla="*/ 1721434 w 1721492"/>
                <a:gd name="connsiteY6-256" fmla="*/ 1418112 h 1495965"/>
                <a:gd name="connsiteX7-257" fmla="*/ 1686522 w 1721492"/>
                <a:gd name="connsiteY7-258" fmla="*/ 1488592 h 1495965"/>
                <a:gd name="connsiteX8-259" fmla="*/ 1607936 w 1721492"/>
                <a:gd name="connsiteY8-260" fmla="*/ 1490685 h 1495965"/>
                <a:gd name="connsiteX9-261" fmla="*/ 38670 w 1721492"/>
                <a:gd name="connsiteY9-262" fmla="*/ 601817 h 1495965"/>
                <a:gd name="connsiteX10-263" fmla="*/ 26 w 1721492"/>
                <a:gd name="connsiteY10-264" fmla="*/ 533323 h 1495965"/>
                <a:gd name="connsiteX0-265" fmla="*/ 26 w 1721649"/>
                <a:gd name="connsiteY0-266" fmla="*/ 533323 h 1495965"/>
                <a:gd name="connsiteX1-267" fmla="*/ 42483 w 1721649"/>
                <a:gd name="connsiteY1-268" fmla="*/ 467160 h 1495965"/>
                <a:gd name="connsiteX2-269" fmla="*/ 973106 w 1721649"/>
                <a:gd name="connsiteY2-270" fmla="*/ 8056 h 1495965"/>
                <a:gd name="connsiteX3-271" fmla="*/ 1044405 w 1721649"/>
                <a:gd name="connsiteY3-272" fmla="*/ 10069 h 1495965"/>
                <a:gd name="connsiteX4-273" fmla="*/ 1598243 w 1721649"/>
                <a:gd name="connsiteY4-274" fmla="*/ 323776 h 1495965"/>
                <a:gd name="connsiteX5-275" fmla="*/ 1636674 w 1721649"/>
                <a:gd name="connsiteY5-276" fmla="*/ 383872 h 1495965"/>
                <a:gd name="connsiteX6-277" fmla="*/ 1721434 w 1721649"/>
                <a:gd name="connsiteY6-278" fmla="*/ 1418112 h 1495965"/>
                <a:gd name="connsiteX7-279" fmla="*/ 1686522 w 1721649"/>
                <a:gd name="connsiteY7-280" fmla="*/ 1488592 h 1495965"/>
                <a:gd name="connsiteX8-281" fmla="*/ 1607936 w 1721649"/>
                <a:gd name="connsiteY8-282" fmla="*/ 1490685 h 1495965"/>
                <a:gd name="connsiteX9-283" fmla="*/ 38670 w 1721649"/>
                <a:gd name="connsiteY9-284" fmla="*/ 601817 h 1495965"/>
                <a:gd name="connsiteX10-285" fmla="*/ 26 w 1721649"/>
                <a:gd name="connsiteY10-286" fmla="*/ 533323 h 1495965"/>
                <a:gd name="connsiteX0-287" fmla="*/ 26 w 1721649"/>
                <a:gd name="connsiteY0-288" fmla="*/ 533323 h 1495580"/>
                <a:gd name="connsiteX1-289" fmla="*/ 42483 w 1721649"/>
                <a:gd name="connsiteY1-290" fmla="*/ 467160 h 1495580"/>
                <a:gd name="connsiteX2-291" fmla="*/ 973106 w 1721649"/>
                <a:gd name="connsiteY2-292" fmla="*/ 8056 h 1495580"/>
                <a:gd name="connsiteX3-293" fmla="*/ 1044405 w 1721649"/>
                <a:gd name="connsiteY3-294" fmla="*/ 10069 h 1495580"/>
                <a:gd name="connsiteX4-295" fmla="*/ 1598243 w 1721649"/>
                <a:gd name="connsiteY4-296" fmla="*/ 323776 h 1495580"/>
                <a:gd name="connsiteX5-297" fmla="*/ 1636674 w 1721649"/>
                <a:gd name="connsiteY5-298" fmla="*/ 383872 h 1495580"/>
                <a:gd name="connsiteX6-299" fmla="*/ 1721434 w 1721649"/>
                <a:gd name="connsiteY6-300" fmla="*/ 1418112 h 1495580"/>
                <a:gd name="connsiteX7-301" fmla="*/ 1686522 w 1721649"/>
                <a:gd name="connsiteY7-302" fmla="*/ 1488592 h 1495580"/>
                <a:gd name="connsiteX8-303" fmla="*/ 1607936 w 1721649"/>
                <a:gd name="connsiteY8-304" fmla="*/ 1490685 h 1495580"/>
                <a:gd name="connsiteX9-305" fmla="*/ 38670 w 1721649"/>
                <a:gd name="connsiteY9-306" fmla="*/ 601817 h 1495580"/>
                <a:gd name="connsiteX10-307" fmla="*/ 26 w 1721649"/>
                <a:gd name="connsiteY10-308" fmla="*/ 533323 h 1495580"/>
                <a:gd name="connsiteX0-309" fmla="*/ 26 w 1721649"/>
                <a:gd name="connsiteY0-310" fmla="*/ 533323 h 1500006"/>
                <a:gd name="connsiteX1-311" fmla="*/ 42483 w 1721649"/>
                <a:gd name="connsiteY1-312" fmla="*/ 467160 h 1500006"/>
                <a:gd name="connsiteX2-313" fmla="*/ 973106 w 1721649"/>
                <a:gd name="connsiteY2-314" fmla="*/ 8056 h 1500006"/>
                <a:gd name="connsiteX3-315" fmla="*/ 1044405 w 1721649"/>
                <a:gd name="connsiteY3-316" fmla="*/ 10069 h 1500006"/>
                <a:gd name="connsiteX4-317" fmla="*/ 1598243 w 1721649"/>
                <a:gd name="connsiteY4-318" fmla="*/ 323776 h 1500006"/>
                <a:gd name="connsiteX5-319" fmla="*/ 1636674 w 1721649"/>
                <a:gd name="connsiteY5-320" fmla="*/ 383872 h 1500006"/>
                <a:gd name="connsiteX6-321" fmla="*/ 1721434 w 1721649"/>
                <a:gd name="connsiteY6-322" fmla="*/ 1418112 h 1500006"/>
                <a:gd name="connsiteX7-323" fmla="*/ 1686522 w 1721649"/>
                <a:gd name="connsiteY7-324" fmla="*/ 1488592 h 1500006"/>
                <a:gd name="connsiteX8-325" fmla="*/ 1607936 w 1721649"/>
                <a:gd name="connsiteY8-326" fmla="*/ 1490685 h 1500006"/>
                <a:gd name="connsiteX9-327" fmla="*/ 38670 w 1721649"/>
                <a:gd name="connsiteY9-328" fmla="*/ 601817 h 1500006"/>
                <a:gd name="connsiteX10-329" fmla="*/ 26 w 1721649"/>
                <a:gd name="connsiteY10-330" fmla="*/ 533323 h 1500006"/>
                <a:gd name="connsiteX0-331" fmla="*/ 26 w 1721649"/>
                <a:gd name="connsiteY0-332" fmla="*/ 533323 h 1500006"/>
                <a:gd name="connsiteX1-333" fmla="*/ 42483 w 1721649"/>
                <a:gd name="connsiteY1-334" fmla="*/ 467160 h 1500006"/>
                <a:gd name="connsiteX2-335" fmla="*/ 973106 w 1721649"/>
                <a:gd name="connsiteY2-336" fmla="*/ 8056 h 1500006"/>
                <a:gd name="connsiteX3-337" fmla="*/ 1044405 w 1721649"/>
                <a:gd name="connsiteY3-338" fmla="*/ 10069 h 1500006"/>
                <a:gd name="connsiteX4-339" fmla="*/ 1598243 w 1721649"/>
                <a:gd name="connsiteY4-340" fmla="*/ 323776 h 1500006"/>
                <a:gd name="connsiteX5-341" fmla="*/ 1636674 w 1721649"/>
                <a:gd name="connsiteY5-342" fmla="*/ 383872 h 1500006"/>
                <a:gd name="connsiteX6-343" fmla="*/ 1721434 w 1721649"/>
                <a:gd name="connsiteY6-344" fmla="*/ 1418112 h 1500006"/>
                <a:gd name="connsiteX7-345" fmla="*/ 1686522 w 1721649"/>
                <a:gd name="connsiteY7-346" fmla="*/ 1488592 h 1500006"/>
                <a:gd name="connsiteX8-347" fmla="*/ 1607936 w 1721649"/>
                <a:gd name="connsiteY8-348" fmla="*/ 1490685 h 1500006"/>
                <a:gd name="connsiteX9-349" fmla="*/ 38670 w 1721649"/>
                <a:gd name="connsiteY9-350" fmla="*/ 601817 h 1500006"/>
                <a:gd name="connsiteX10-351" fmla="*/ 26 w 1721649"/>
                <a:gd name="connsiteY10-352" fmla="*/ 533323 h 1500006"/>
                <a:gd name="connsiteX0-353" fmla="*/ 26 w 1721649"/>
                <a:gd name="connsiteY0-354" fmla="*/ 533323 h 1500006"/>
                <a:gd name="connsiteX1-355" fmla="*/ 42483 w 1721649"/>
                <a:gd name="connsiteY1-356" fmla="*/ 467160 h 1500006"/>
                <a:gd name="connsiteX2-357" fmla="*/ 973106 w 1721649"/>
                <a:gd name="connsiteY2-358" fmla="*/ 8056 h 1500006"/>
                <a:gd name="connsiteX3-359" fmla="*/ 1044405 w 1721649"/>
                <a:gd name="connsiteY3-360" fmla="*/ 10069 h 1500006"/>
                <a:gd name="connsiteX4-361" fmla="*/ 1598243 w 1721649"/>
                <a:gd name="connsiteY4-362" fmla="*/ 323776 h 1500006"/>
                <a:gd name="connsiteX5-363" fmla="*/ 1636674 w 1721649"/>
                <a:gd name="connsiteY5-364" fmla="*/ 383872 h 1500006"/>
                <a:gd name="connsiteX6-365" fmla="*/ 1721434 w 1721649"/>
                <a:gd name="connsiteY6-366" fmla="*/ 1418112 h 1500006"/>
                <a:gd name="connsiteX7-367" fmla="*/ 1686522 w 1721649"/>
                <a:gd name="connsiteY7-368" fmla="*/ 1488592 h 1500006"/>
                <a:gd name="connsiteX8-369" fmla="*/ 1607936 w 1721649"/>
                <a:gd name="connsiteY8-370" fmla="*/ 1490685 h 1500006"/>
                <a:gd name="connsiteX9-371" fmla="*/ 38670 w 1721649"/>
                <a:gd name="connsiteY9-372" fmla="*/ 601817 h 1500006"/>
                <a:gd name="connsiteX10-373" fmla="*/ 26 w 1721649"/>
                <a:gd name="connsiteY10-374" fmla="*/ 533323 h 1500006"/>
                <a:gd name="connsiteX0-375" fmla="*/ 26 w 1721649"/>
                <a:gd name="connsiteY0-376" fmla="*/ 533323 h 1500006"/>
                <a:gd name="connsiteX1-377" fmla="*/ 42483 w 1721649"/>
                <a:gd name="connsiteY1-378" fmla="*/ 467160 h 1500006"/>
                <a:gd name="connsiteX2-379" fmla="*/ 973106 w 1721649"/>
                <a:gd name="connsiteY2-380" fmla="*/ 8056 h 1500006"/>
                <a:gd name="connsiteX3-381" fmla="*/ 1044405 w 1721649"/>
                <a:gd name="connsiteY3-382" fmla="*/ 10069 h 1500006"/>
                <a:gd name="connsiteX4-383" fmla="*/ 1598243 w 1721649"/>
                <a:gd name="connsiteY4-384" fmla="*/ 323776 h 1500006"/>
                <a:gd name="connsiteX5-385" fmla="*/ 1636674 w 1721649"/>
                <a:gd name="connsiteY5-386" fmla="*/ 383872 h 1500006"/>
                <a:gd name="connsiteX6-387" fmla="*/ 1721434 w 1721649"/>
                <a:gd name="connsiteY6-388" fmla="*/ 1418112 h 1500006"/>
                <a:gd name="connsiteX7-389" fmla="*/ 1686522 w 1721649"/>
                <a:gd name="connsiteY7-390" fmla="*/ 1488592 h 1500006"/>
                <a:gd name="connsiteX8-391" fmla="*/ 1607936 w 1721649"/>
                <a:gd name="connsiteY8-392" fmla="*/ 1490685 h 1500006"/>
                <a:gd name="connsiteX9-393" fmla="*/ 38670 w 1721649"/>
                <a:gd name="connsiteY9-394" fmla="*/ 601817 h 1500006"/>
                <a:gd name="connsiteX10-395" fmla="*/ 26 w 1721649"/>
                <a:gd name="connsiteY10-396" fmla="*/ 533323 h 150000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1721649" h="1500006">
                  <a:moveTo>
                    <a:pt x="26" y="533323"/>
                  </a:moveTo>
                  <a:cubicBezTo>
                    <a:pt x="789" y="506604"/>
                    <a:pt x="18511" y="478986"/>
                    <a:pt x="42483" y="467160"/>
                  </a:cubicBezTo>
                  <a:cubicBezTo>
                    <a:pt x="42483" y="467160"/>
                    <a:pt x="973106" y="8056"/>
                    <a:pt x="973106" y="8056"/>
                  </a:cubicBezTo>
                  <a:cubicBezTo>
                    <a:pt x="996206" y="-3340"/>
                    <a:pt x="1021993" y="-2625"/>
                    <a:pt x="1044405" y="10069"/>
                  </a:cubicBezTo>
                  <a:cubicBezTo>
                    <a:pt x="1044405" y="10070"/>
                    <a:pt x="1598243" y="323777"/>
                    <a:pt x="1598243" y="323776"/>
                  </a:cubicBezTo>
                  <a:cubicBezTo>
                    <a:pt x="1620655" y="336471"/>
                    <a:pt x="1634570" y="358201"/>
                    <a:pt x="1636674" y="383872"/>
                  </a:cubicBezTo>
                  <a:cubicBezTo>
                    <a:pt x="1636674" y="383873"/>
                    <a:pt x="1721434" y="1418113"/>
                    <a:pt x="1721434" y="1418112"/>
                  </a:cubicBezTo>
                  <a:cubicBezTo>
                    <a:pt x="1723617" y="1444753"/>
                    <a:pt x="1709046" y="1474201"/>
                    <a:pt x="1686522" y="1488592"/>
                  </a:cubicBezTo>
                  <a:cubicBezTo>
                    <a:pt x="1663998" y="1502986"/>
                    <a:pt x="1631195" y="1503860"/>
                    <a:pt x="1607936" y="1490685"/>
                  </a:cubicBezTo>
                  <a:cubicBezTo>
                    <a:pt x="1607936" y="1490686"/>
                    <a:pt x="38670" y="601818"/>
                    <a:pt x="38670" y="601817"/>
                  </a:cubicBezTo>
                  <a:cubicBezTo>
                    <a:pt x="15411" y="588644"/>
                    <a:pt x="-736" y="560042"/>
                    <a:pt x="26" y="533323"/>
                  </a:cubicBezTo>
                  <a:close/>
                </a:path>
              </a:pathLst>
            </a:custGeom>
            <a:gradFill>
              <a:gsLst>
                <a:gs pos="75000">
                  <a:srgbClr val="2196F3">
                    <a:alpha val="100000"/>
                  </a:srgbClr>
                </a:gs>
                <a:gs pos="0">
                  <a:srgbClr val="2196F3">
                    <a:lumMod val="60000"/>
                    <a:lumOff val="40000"/>
                    <a:alpha val="100000"/>
                  </a:srgbClr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8" name="等腰三角形 27"/>
            <p:cNvSpPr/>
            <p:nvPr>
              <p:custDataLst>
                <p:tags r:id="rId17"/>
              </p:custDataLst>
            </p:nvPr>
          </p:nvSpPr>
          <p:spPr>
            <a:xfrm rot="9210463">
              <a:off x="18200" y="6023"/>
              <a:ext cx="1656" cy="1434"/>
            </a:xfrm>
            <a:prstGeom prst="triangle">
              <a:avLst>
                <a:gd name="adj" fmla="val 42509"/>
              </a:avLst>
            </a:prstGeom>
            <a:solidFill>
              <a:srgbClr val="2196F3">
                <a:alpha val="40000"/>
                <a:lumMod val="30000"/>
                <a:lumOff val="70000"/>
              </a:srgbClr>
            </a:solidFill>
            <a:ln w="3175"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150000"/>
                </a:lnSpc>
              </a:pPr>
              <a:endParaRPr lang="zh-CN" altLang="en-US" sz="1000">
                <a:solidFill>
                  <a:srgbClr val="2196F3"/>
                </a:solidFill>
              </a:endParaRPr>
            </a:p>
          </p:txBody>
        </p:sp>
        <p:sp>
          <p:nvSpPr>
            <p:cNvPr id="41" name="任意多边形: 形状 40"/>
            <p:cNvSpPr/>
            <p:nvPr>
              <p:custDataLst>
                <p:tags r:id="rId18"/>
              </p:custDataLst>
            </p:nvPr>
          </p:nvSpPr>
          <p:spPr>
            <a:xfrm rot="14400000">
              <a:off x="15378" y="12300"/>
              <a:ext cx="4311" cy="3756"/>
            </a:xfrm>
            <a:custGeom>
              <a:avLst/>
              <a:gdLst>
                <a:gd name="connsiteX0" fmla="*/ 26 w 1721896"/>
                <a:gd name="connsiteY0" fmla="*/ 529544 h 1492186"/>
                <a:gd name="connsiteX1" fmla="*/ 42483 w 1721896"/>
                <a:gd name="connsiteY1" fmla="*/ 463381 h 1492186"/>
                <a:gd name="connsiteX2" fmla="*/ 973106 w 1721896"/>
                <a:gd name="connsiteY2" fmla="*/ 4277 h 1492186"/>
                <a:gd name="connsiteX3" fmla="*/ 1044405 w 1721896"/>
                <a:gd name="connsiteY3" fmla="*/ 6290 h 1492186"/>
                <a:gd name="connsiteX4" fmla="*/ 1598243 w 1721896"/>
                <a:gd name="connsiteY4" fmla="*/ 319997 h 1492186"/>
                <a:gd name="connsiteX5" fmla="*/ 1636674 w 1721896"/>
                <a:gd name="connsiteY5" fmla="*/ 380093 h 1492186"/>
                <a:gd name="connsiteX6" fmla="*/ 1721434 w 1721896"/>
                <a:gd name="connsiteY6" fmla="*/ 1414333 h 1492186"/>
                <a:gd name="connsiteX7" fmla="*/ 1686522 w 1721896"/>
                <a:gd name="connsiteY7" fmla="*/ 1484813 h 1492186"/>
                <a:gd name="connsiteX8" fmla="*/ 1607936 w 1721896"/>
                <a:gd name="connsiteY8" fmla="*/ 1486906 h 1492186"/>
                <a:gd name="connsiteX9" fmla="*/ 38670 w 1721896"/>
                <a:gd name="connsiteY9" fmla="*/ 598038 h 1492186"/>
                <a:gd name="connsiteX10" fmla="*/ 26 w 1721896"/>
                <a:gd name="connsiteY10" fmla="*/ 529544 h 1492186"/>
                <a:gd name="connsiteX0-1" fmla="*/ 26 w 1721896"/>
                <a:gd name="connsiteY0-2" fmla="*/ 529544 h 1492186"/>
                <a:gd name="connsiteX1-3" fmla="*/ 42483 w 1721896"/>
                <a:gd name="connsiteY1-4" fmla="*/ 463381 h 1492186"/>
                <a:gd name="connsiteX2-5" fmla="*/ 973106 w 1721896"/>
                <a:gd name="connsiteY2-6" fmla="*/ 4277 h 1492186"/>
                <a:gd name="connsiteX3-7" fmla="*/ 1044405 w 1721896"/>
                <a:gd name="connsiteY3-8" fmla="*/ 6290 h 1492186"/>
                <a:gd name="connsiteX4-9" fmla="*/ 1598243 w 1721896"/>
                <a:gd name="connsiteY4-10" fmla="*/ 319997 h 1492186"/>
                <a:gd name="connsiteX5-11" fmla="*/ 1636674 w 1721896"/>
                <a:gd name="connsiteY5-12" fmla="*/ 380093 h 1492186"/>
                <a:gd name="connsiteX6-13" fmla="*/ 1721434 w 1721896"/>
                <a:gd name="connsiteY6-14" fmla="*/ 1414333 h 1492186"/>
                <a:gd name="connsiteX7-15" fmla="*/ 1686522 w 1721896"/>
                <a:gd name="connsiteY7-16" fmla="*/ 1484813 h 1492186"/>
                <a:gd name="connsiteX8-17" fmla="*/ 1607936 w 1721896"/>
                <a:gd name="connsiteY8-18" fmla="*/ 1486906 h 1492186"/>
                <a:gd name="connsiteX9-19" fmla="*/ 38670 w 1721896"/>
                <a:gd name="connsiteY9-20" fmla="*/ 598038 h 1492186"/>
                <a:gd name="connsiteX10-21" fmla="*/ 26 w 1721896"/>
                <a:gd name="connsiteY10-22" fmla="*/ 529544 h 1492186"/>
                <a:gd name="connsiteX0-23" fmla="*/ 26 w 1721896"/>
                <a:gd name="connsiteY0-24" fmla="*/ 529544 h 1492186"/>
                <a:gd name="connsiteX1-25" fmla="*/ 42483 w 1721896"/>
                <a:gd name="connsiteY1-26" fmla="*/ 463381 h 1492186"/>
                <a:gd name="connsiteX2-27" fmla="*/ 973106 w 1721896"/>
                <a:gd name="connsiteY2-28" fmla="*/ 4277 h 1492186"/>
                <a:gd name="connsiteX3-29" fmla="*/ 1044405 w 1721896"/>
                <a:gd name="connsiteY3-30" fmla="*/ 6290 h 1492186"/>
                <a:gd name="connsiteX4-31" fmla="*/ 1598243 w 1721896"/>
                <a:gd name="connsiteY4-32" fmla="*/ 319997 h 1492186"/>
                <a:gd name="connsiteX5-33" fmla="*/ 1636674 w 1721896"/>
                <a:gd name="connsiteY5-34" fmla="*/ 380093 h 1492186"/>
                <a:gd name="connsiteX6-35" fmla="*/ 1721434 w 1721896"/>
                <a:gd name="connsiteY6-36" fmla="*/ 1414333 h 1492186"/>
                <a:gd name="connsiteX7-37" fmla="*/ 1686522 w 1721896"/>
                <a:gd name="connsiteY7-38" fmla="*/ 1484813 h 1492186"/>
                <a:gd name="connsiteX8-39" fmla="*/ 1607936 w 1721896"/>
                <a:gd name="connsiteY8-40" fmla="*/ 1486906 h 1492186"/>
                <a:gd name="connsiteX9-41" fmla="*/ 38670 w 1721896"/>
                <a:gd name="connsiteY9-42" fmla="*/ 598038 h 1492186"/>
                <a:gd name="connsiteX10-43" fmla="*/ 26 w 1721896"/>
                <a:gd name="connsiteY10-44" fmla="*/ 529544 h 1492186"/>
                <a:gd name="connsiteX0-45" fmla="*/ 26 w 1721896"/>
                <a:gd name="connsiteY0-46" fmla="*/ 529544 h 1492186"/>
                <a:gd name="connsiteX1-47" fmla="*/ 42483 w 1721896"/>
                <a:gd name="connsiteY1-48" fmla="*/ 463381 h 1492186"/>
                <a:gd name="connsiteX2-49" fmla="*/ 973106 w 1721896"/>
                <a:gd name="connsiteY2-50" fmla="*/ 4277 h 1492186"/>
                <a:gd name="connsiteX3-51" fmla="*/ 1044405 w 1721896"/>
                <a:gd name="connsiteY3-52" fmla="*/ 6290 h 1492186"/>
                <a:gd name="connsiteX4-53" fmla="*/ 1598243 w 1721896"/>
                <a:gd name="connsiteY4-54" fmla="*/ 319997 h 1492186"/>
                <a:gd name="connsiteX5-55" fmla="*/ 1636674 w 1721896"/>
                <a:gd name="connsiteY5-56" fmla="*/ 380093 h 1492186"/>
                <a:gd name="connsiteX6-57" fmla="*/ 1721434 w 1721896"/>
                <a:gd name="connsiteY6-58" fmla="*/ 1414333 h 1492186"/>
                <a:gd name="connsiteX7-59" fmla="*/ 1686522 w 1721896"/>
                <a:gd name="connsiteY7-60" fmla="*/ 1484813 h 1492186"/>
                <a:gd name="connsiteX8-61" fmla="*/ 1607936 w 1721896"/>
                <a:gd name="connsiteY8-62" fmla="*/ 1486906 h 1492186"/>
                <a:gd name="connsiteX9-63" fmla="*/ 38670 w 1721896"/>
                <a:gd name="connsiteY9-64" fmla="*/ 598038 h 1492186"/>
                <a:gd name="connsiteX10-65" fmla="*/ 26 w 1721896"/>
                <a:gd name="connsiteY10-66" fmla="*/ 529544 h 1492186"/>
                <a:gd name="connsiteX0-67" fmla="*/ 26 w 1721896"/>
                <a:gd name="connsiteY0-68" fmla="*/ 529857 h 1492499"/>
                <a:gd name="connsiteX1-69" fmla="*/ 42483 w 1721896"/>
                <a:gd name="connsiteY1-70" fmla="*/ 463694 h 1492499"/>
                <a:gd name="connsiteX2-71" fmla="*/ 973106 w 1721896"/>
                <a:gd name="connsiteY2-72" fmla="*/ 4590 h 1492499"/>
                <a:gd name="connsiteX3-73" fmla="*/ 1044405 w 1721896"/>
                <a:gd name="connsiteY3-74" fmla="*/ 6603 h 1492499"/>
                <a:gd name="connsiteX4-75" fmla="*/ 1598243 w 1721896"/>
                <a:gd name="connsiteY4-76" fmla="*/ 320310 h 1492499"/>
                <a:gd name="connsiteX5-77" fmla="*/ 1636674 w 1721896"/>
                <a:gd name="connsiteY5-78" fmla="*/ 380406 h 1492499"/>
                <a:gd name="connsiteX6-79" fmla="*/ 1721434 w 1721896"/>
                <a:gd name="connsiteY6-80" fmla="*/ 1414646 h 1492499"/>
                <a:gd name="connsiteX7-81" fmla="*/ 1686522 w 1721896"/>
                <a:gd name="connsiteY7-82" fmla="*/ 1485126 h 1492499"/>
                <a:gd name="connsiteX8-83" fmla="*/ 1607936 w 1721896"/>
                <a:gd name="connsiteY8-84" fmla="*/ 1487219 h 1492499"/>
                <a:gd name="connsiteX9-85" fmla="*/ 38670 w 1721896"/>
                <a:gd name="connsiteY9-86" fmla="*/ 598351 h 1492499"/>
                <a:gd name="connsiteX10-87" fmla="*/ 26 w 1721896"/>
                <a:gd name="connsiteY10-88" fmla="*/ 529857 h 1492499"/>
                <a:gd name="connsiteX0-89" fmla="*/ 26 w 1721896"/>
                <a:gd name="connsiteY0-90" fmla="*/ 533323 h 1495965"/>
                <a:gd name="connsiteX1-91" fmla="*/ 42483 w 1721896"/>
                <a:gd name="connsiteY1-92" fmla="*/ 467160 h 1495965"/>
                <a:gd name="connsiteX2-93" fmla="*/ 973106 w 1721896"/>
                <a:gd name="connsiteY2-94" fmla="*/ 8056 h 1495965"/>
                <a:gd name="connsiteX3-95" fmla="*/ 1044405 w 1721896"/>
                <a:gd name="connsiteY3-96" fmla="*/ 10069 h 1495965"/>
                <a:gd name="connsiteX4-97" fmla="*/ 1598243 w 1721896"/>
                <a:gd name="connsiteY4-98" fmla="*/ 323776 h 1495965"/>
                <a:gd name="connsiteX5-99" fmla="*/ 1636674 w 1721896"/>
                <a:gd name="connsiteY5-100" fmla="*/ 383872 h 1495965"/>
                <a:gd name="connsiteX6-101" fmla="*/ 1721434 w 1721896"/>
                <a:gd name="connsiteY6-102" fmla="*/ 1418112 h 1495965"/>
                <a:gd name="connsiteX7-103" fmla="*/ 1686522 w 1721896"/>
                <a:gd name="connsiteY7-104" fmla="*/ 1488592 h 1495965"/>
                <a:gd name="connsiteX8-105" fmla="*/ 1607936 w 1721896"/>
                <a:gd name="connsiteY8-106" fmla="*/ 1490685 h 1495965"/>
                <a:gd name="connsiteX9-107" fmla="*/ 38670 w 1721896"/>
                <a:gd name="connsiteY9-108" fmla="*/ 601817 h 1495965"/>
                <a:gd name="connsiteX10-109" fmla="*/ 26 w 1721896"/>
                <a:gd name="connsiteY10-110" fmla="*/ 533323 h 1495965"/>
                <a:gd name="connsiteX0-111" fmla="*/ 26 w 1721896"/>
                <a:gd name="connsiteY0-112" fmla="*/ 533323 h 1495965"/>
                <a:gd name="connsiteX1-113" fmla="*/ 42483 w 1721896"/>
                <a:gd name="connsiteY1-114" fmla="*/ 467160 h 1495965"/>
                <a:gd name="connsiteX2-115" fmla="*/ 973106 w 1721896"/>
                <a:gd name="connsiteY2-116" fmla="*/ 8056 h 1495965"/>
                <a:gd name="connsiteX3-117" fmla="*/ 1044405 w 1721896"/>
                <a:gd name="connsiteY3-118" fmla="*/ 10069 h 1495965"/>
                <a:gd name="connsiteX4-119" fmla="*/ 1598243 w 1721896"/>
                <a:gd name="connsiteY4-120" fmla="*/ 323776 h 1495965"/>
                <a:gd name="connsiteX5-121" fmla="*/ 1636674 w 1721896"/>
                <a:gd name="connsiteY5-122" fmla="*/ 383872 h 1495965"/>
                <a:gd name="connsiteX6-123" fmla="*/ 1721434 w 1721896"/>
                <a:gd name="connsiteY6-124" fmla="*/ 1418112 h 1495965"/>
                <a:gd name="connsiteX7-125" fmla="*/ 1686522 w 1721896"/>
                <a:gd name="connsiteY7-126" fmla="*/ 1488592 h 1495965"/>
                <a:gd name="connsiteX8-127" fmla="*/ 1607936 w 1721896"/>
                <a:gd name="connsiteY8-128" fmla="*/ 1490685 h 1495965"/>
                <a:gd name="connsiteX9-129" fmla="*/ 38670 w 1721896"/>
                <a:gd name="connsiteY9-130" fmla="*/ 601817 h 1495965"/>
                <a:gd name="connsiteX10-131" fmla="*/ 26 w 1721896"/>
                <a:gd name="connsiteY10-132" fmla="*/ 533323 h 1495965"/>
                <a:gd name="connsiteX0-133" fmla="*/ 26 w 1721896"/>
                <a:gd name="connsiteY0-134" fmla="*/ 533323 h 1495965"/>
                <a:gd name="connsiteX1-135" fmla="*/ 42483 w 1721896"/>
                <a:gd name="connsiteY1-136" fmla="*/ 467160 h 1495965"/>
                <a:gd name="connsiteX2-137" fmla="*/ 973106 w 1721896"/>
                <a:gd name="connsiteY2-138" fmla="*/ 8056 h 1495965"/>
                <a:gd name="connsiteX3-139" fmla="*/ 1044405 w 1721896"/>
                <a:gd name="connsiteY3-140" fmla="*/ 10069 h 1495965"/>
                <a:gd name="connsiteX4-141" fmla="*/ 1598243 w 1721896"/>
                <a:gd name="connsiteY4-142" fmla="*/ 323776 h 1495965"/>
                <a:gd name="connsiteX5-143" fmla="*/ 1636674 w 1721896"/>
                <a:gd name="connsiteY5-144" fmla="*/ 383872 h 1495965"/>
                <a:gd name="connsiteX6-145" fmla="*/ 1721434 w 1721896"/>
                <a:gd name="connsiteY6-146" fmla="*/ 1418112 h 1495965"/>
                <a:gd name="connsiteX7-147" fmla="*/ 1686522 w 1721896"/>
                <a:gd name="connsiteY7-148" fmla="*/ 1488592 h 1495965"/>
                <a:gd name="connsiteX8-149" fmla="*/ 1607936 w 1721896"/>
                <a:gd name="connsiteY8-150" fmla="*/ 1490685 h 1495965"/>
                <a:gd name="connsiteX9-151" fmla="*/ 38670 w 1721896"/>
                <a:gd name="connsiteY9-152" fmla="*/ 601817 h 1495965"/>
                <a:gd name="connsiteX10-153" fmla="*/ 26 w 1721896"/>
                <a:gd name="connsiteY10-154" fmla="*/ 533323 h 1495965"/>
                <a:gd name="connsiteX0-155" fmla="*/ 26 w 1721896"/>
                <a:gd name="connsiteY0-156" fmla="*/ 533323 h 1495965"/>
                <a:gd name="connsiteX1-157" fmla="*/ 42483 w 1721896"/>
                <a:gd name="connsiteY1-158" fmla="*/ 467160 h 1495965"/>
                <a:gd name="connsiteX2-159" fmla="*/ 973106 w 1721896"/>
                <a:gd name="connsiteY2-160" fmla="*/ 8056 h 1495965"/>
                <a:gd name="connsiteX3-161" fmla="*/ 1044405 w 1721896"/>
                <a:gd name="connsiteY3-162" fmla="*/ 10069 h 1495965"/>
                <a:gd name="connsiteX4-163" fmla="*/ 1598243 w 1721896"/>
                <a:gd name="connsiteY4-164" fmla="*/ 323776 h 1495965"/>
                <a:gd name="connsiteX5-165" fmla="*/ 1636674 w 1721896"/>
                <a:gd name="connsiteY5-166" fmla="*/ 383872 h 1495965"/>
                <a:gd name="connsiteX6-167" fmla="*/ 1721434 w 1721896"/>
                <a:gd name="connsiteY6-168" fmla="*/ 1418112 h 1495965"/>
                <a:gd name="connsiteX7-169" fmla="*/ 1686522 w 1721896"/>
                <a:gd name="connsiteY7-170" fmla="*/ 1488592 h 1495965"/>
                <a:gd name="connsiteX8-171" fmla="*/ 1607936 w 1721896"/>
                <a:gd name="connsiteY8-172" fmla="*/ 1490685 h 1495965"/>
                <a:gd name="connsiteX9-173" fmla="*/ 38670 w 1721896"/>
                <a:gd name="connsiteY9-174" fmla="*/ 601817 h 1495965"/>
                <a:gd name="connsiteX10-175" fmla="*/ 26 w 1721896"/>
                <a:gd name="connsiteY10-176" fmla="*/ 533323 h 1495965"/>
                <a:gd name="connsiteX0-177" fmla="*/ 26 w 1721896"/>
                <a:gd name="connsiteY0-178" fmla="*/ 533323 h 1495965"/>
                <a:gd name="connsiteX1-179" fmla="*/ 42483 w 1721896"/>
                <a:gd name="connsiteY1-180" fmla="*/ 467160 h 1495965"/>
                <a:gd name="connsiteX2-181" fmla="*/ 973106 w 1721896"/>
                <a:gd name="connsiteY2-182" fmla="*/ 8056 h 1495965"/>
                <a:gd name="connsiteX3-183" fmla="*/ 1044405 w 1721896"/>
                <a:gd name="connsiteY3-184" fmla="*/ 10069 h 1495965"/>
                <a:gd name="connsiteX4-185" fmla="*/ 1598243 w 1721896"/>
                <a:gd name="connsiteY4-186" fmla="*/ 323776 h 1495965"/>
                <a:gd name="connsiteX5-187" fmla="*/ 1636674 w 1721896"/>
                <a:gd name="connsiteY5-188" fmla="*/ 383872 h 1495965"/>
                <a:gd name="connsiteX6-189" fmla="*/ 1721434 w 1721896"/>
                <a:gd name="connsiteY6-190" fmla="*/ 1418112 h 1495965"/>
                <a:gd name="connsiteX7-191" fmla="*/ 1686522 w 1721896"/>
                <a:gd name="connsiteY7-192" fmla="*/ 1488592 h 1495965"/>
                <a:gd name="connsiteX8-193" fmla="*/ 1607936 w 1721896"/>
                <a:gd name="connsiteY8-194" fmla="*/ 1490685 h 1495965"/>
                <a:gd name="connsiteX9-195" fmla="*/ 38670 w 1721896"/>
                <a:gd name="connsiteY9-196" fmla="*/ 601817 h 1495965"/>
                <a:gd name="connsiteX10-197" fmla="*/ 26 w 1721896"/>
                <a:gd name="connsiteY10-198" fmla="*/ 533323 h 1495965"/>
                <a:gd name="connsiteX0-199" fmla="*/ 26 w 1721474"/>
                <a:gd name="connsiteY0-200" fmla="*/ 533323 h 1495965"/>
                <a:gd name="connsiteX1-201" fmla="*/ 42483 w 1721474"/>
                <a:gd name="connsiteY1-202" fmla="*/ 467160 h 1495965"/>
                <a:gd name="connsiteX2-203" fmla="*/ 973106 w 1721474"/>
                <a:gd name="connsiteY2-204" fmla="*/ 8056 h 1495965"/>
                <a:gd name="connsiteX3-205" fmla="*/ 1044405 w 1721474"/>
                <a:gd name="connsiteY3-206" fmla="*/ 10069 h 1495965"/>
                <a:gd name="connsiteX4-207" fmla="*/ 1598243 w 1721474"/>
                <a:gd name="connsiteY4-208" fmla="*/ 323776 h 1495965"/>
                <a:gd name="connsiteX5-209" fmla="*/ 1636674 w 1721474"/>
                <a:gd name="connsiteY5-210" fmla="*/ 383872 h 1495965"/>
                <a:gd name="connsiteX6-211" fmla="*/ 1721434 w 1721474"/>
                <a:gd name="connsiteY6-212" fmla="*/ 1418112 h 1495965"/>
                <a:gd name="connsiteX7-213" fmla="*/ 1686522 w 1721474"/>
                <a:gd name="connsiteY7-214" fmla="*/ 1488592 h 1495965"/>
                <a:gd name="connsiteX8-215" fmla="*/ 1607936 w 1721474"/>
                <a:gd name="connsiteY8-216" fmla="*/ 1490685 h 1495965"/>
                <a:gd name="connsiteX9-217" fmla="*/ 38670 w 1721474"/>
                <a:gd name="connsiteY9-218" fmla="*/ 601817 h 1495965"/>
                <a:gd name="connsiteX10-219" fmla="*/ 26 w 1721474"/>
                <a:gd name="connsiteY10-220" fmla="*/ 533323 h 1495965"/>
                <a:gd name="connsiteX0-221" fmla="*/ 26 w 1721434"/>
                <a:gd name="connsiteY0-222" fmla="*/ 533323 h 1495965"/>
                <a:gd name="connsiteX1-223" fmla="*/ 42483 w 1721434"/>
                <a:gd name="connsiteY1-224" fmla="*/ 467160 h 1495965"/>
                <a:gd name="connsiteX2-225" fmla="*/ 973106 w 1721434"/>
                <a:gd name="connsiteY2-226" fmla="*/ 8056 h 1495965"/>
                <a:gd name="connsiteX3-227" fmla="*/ 1044405 w 1721434"/>
                <a:gd name="connsiteY3-228" fmla="*/ 10069 h 1495965"/>
                <a:gd name="connsiteX4-229" fmla="*/ 1598243 w 1721434"/>
                <a:gd name="connsiteY4-230" fmla="*/ 323776 h 1495965"/>
                <a:gd name="connsiteX5-231" fmla="*/ 1636674 w 1721434"/>
                <a:gd name="connsiteY5-232" fmla="*/ 383872 h 1495965"/>
                <a:gd name="connsiteX6-233" fmla="*/ 1721434 w 1721434"/>
                <a:gd name="connsiteY6-234" fmla="*/ 1418112 h 1495965"/>
                <a:gd name="connsiteX7-235" fmla="*/ 1686522 w 1721434"/>
                <a:gd name="connsiteY7-236" fmla="*/ 1488592 h 1495965"/>
                <a:gd name="connsiteX8-237" fmla="*/ 1607936 w 1721434"/>
                <a:gd name="connsiteY8-238" fmla="*/ 1490685 h 1495965"/>
                <a:gd name="connsiteX9-239" fmla="*/ 38670 w 1721434"/>
                <a:gd name="connsiteY9-240" fmla="*/ 601817 h 1495965"/>
                <a:gd name="connsiteX10-241" fmla="*/ 26 w 1721434"/>
                <a:gd name="connsiteY10-242" fmla="*/ 533323 h 1495965"/>
                <a:gd name="connsiteX0-243" fmla="*/ 26 w 1721492"/>
                <a:gd name="connsiteY0-244" fmla="*/ 533323 h 1495965"/>
                <a:gd name="connsiteX1-245" fmla="*/ 42483 w 1721492"/>
                <a:gd name="connsiteY1-246" fmla="*/ 467160 h 1495965"/>
                <a:gd name="connsiteX2-247" fmla="*/ 973106 w 1721492"/>
                <a:gd name="connsiteY2-248" fmla="*/ 8056 h 1495965"/>
                <a:gd name="connsiteX3-249" fmla="*/ 1044405 w 1721492"/>
                <a:gd name="connsiteY3-250" fmla="*/ 10069 h 1495965"/>
                <a:gd name="connsiteX4-251" fmla="*/ 1598243 w 1721492"/>
                <a:gd name="connsiteY4-252" fmla="*/ 323776 h 1495965"/>
                <a:gd name="connsiteX5-253" fmla="*/ 1636674 w 1721492"/>
                <a:gd name="connsiteY5-254" fmla="*/ 383872 h 1495965"/>
                <a:gd name="connsiteX6-255" fmla="*/ 1721434 w 1721492"/>
                <a:gd name="connsiteY6-256" fmla="*/ 1418112 h 1495965"/>
                <a:gd name="connsiteX7-257" fmla="*/ 1686522 w 1721492"/>
                <a:gd name="connsiteY7-258" fmla="*/ 1488592 h 1495965"/>
                <a:gd name="connsiteX8-259" fmla="*/ 1607936 w 1721492"/>
                <a:gd name="connsiteY8-260" fmla="*/ 1490685 h 1495965"/>
                <a:gd name="connsiteX9-261" fmla="*/ 38670 w 1721492"/>
                <a:gd name="connsiteY9-262" fmla="*/ 601817 h 1495965"/>
                <a:gd name="connsiteX10-263" fmla="*/ 26 w 1721492"/>
                <a:gd name="connsiteY10-264" fmla="*/ 533323 h 1495965"/>
                <a:gd name="connsiteX0-265" fmla="*/ 26 w 1721649"/>
                <a:gd name="connsiteY0-266" fmla="*/ 533323 h 1495965"/>
                <a:gd name="connsiteX1-267" fmla="*/ 42483 w 1721649"/>
                <a:gd name="connsiteY1-268" fmla="*/ 467160 h 1495965"/>
                <a:gd name="connsiteX2-269" fmla="*/ 973106 w 1721649"/>
                <a:gd name="connsiteY2-270" fmla="*/ 8056 h 1495965"/>
                <a:gd name="connsiteX3-271" fmla="*/ 1044405 w 1721649"/>
                <a:gd name="connsiteY3-272" fmla="*/ 10069 h 1495965"/>
                <a:gd name="connsiteX4-273" fmla="*/ 1598243 w 1721649"/>
                <a:gd name="connsiteY4-274" fmla="*/ 323776 h 1495965"/>
                <a:gd name="connsiteX5-275" fmla="*/ 1636674 w 1721649"/>
                <a:gd name="connsiteY5-276" fmla="*/ 383872 h 1495965"/>
                <a:gd name="connsiteX6-277" fmla="*/ 1721434 w 1721649"/>
                <a:gd name="connsiteY6-278" fmla="*/ 1418112 h 1495965"/>
                <a:gd name="connsiteX7-279" fmla="*/ 1686522 w 1721649"/>
                <a:gd name="connsiteY7-280" fmla="*/ 1488592 h 1495965"/>
                <a:gd name="connsiteX8-281" fmla="*/ 1607936 w 1721649"/>
                <a:gd name="connsiteY8-282" fmla="*/ 1490685 h 1495965"/>
                <a:gd name="connsiteX9-283" fmla="*/ 38670 w 1721649"/>
                <a:gd name="connsiteY9-284" fmla="*/ 601817 h 1495965"/>
                <a:gd name="connsiteX10-285" fmla="*/ 26 w 1721649"/>
                <a:gd name="connsiteY10-286" fmla="*/ 533323 h 1495965"/>
                <a:gd name="connsiteX0-287" fmla="*/ 26 w 1721649"/>
                <a:gd name="connsiteY0-288" fmla="*/ 533323 h 1495580"/>
                <a:gd name="connsiteX1-289" fmla="*/ 42483 w 1721649"/>
                <a:gd name="connsiteY1-290" fmla="*/ 467160 h 1495580"/>
                <a:gd name="connsiteX2-291" fmla="*/ 973106 w 1721649"/>
                <a:gd name="connsiteY2-292" fmla="*/ 8056 h 1495580"/>
                <a:gd name="connsiteX3-293" fmla="*/ 1044405 w 1721649"/>
                <a:gd name="connsiteY3-294" fmla="*/ 10069 h 1495580"/>
                <a:gd name="connsiteX4-295" fmla="*/ 1598243 w 1721649"/>
                <a:gd name="connsiteY4-296" fmla="*/ 323776 h 1495580"/>
                <a:gd name="connsiteX5-297" fmla="*/ 1636674 w 1721649"/>
                <a:gd name="connsiteY5-298" fmla="*/ 383872 h 1495580"/>
                <a:gd name="connsiteX6-299" fmla="*/ 1721434 w 1721649"/>
                <a:gd name="connsiteY6-300" fmla="*/ 1418112 h 1495580"/>
                <a:gd name="connsiteX7-301" fmla="*/ 1686522 w 1721649"/>
                <a:gd name="connsiteY7-302" fmla="*/ 1488592 h 1495580"/>
                <a:gd name="connsiteX8-303" fmla="*/ 1607936 w 1721649"/>
                <a:gd name="connsiteY8-304" fmla="*/ 1490685 h 1495580"/>
                <a:gd name="connsiteX9-305" fmla="*/ 38670 w 1721649"/>
                <a:gd name="connsiteY9-306" fmla="*/ 601817 h 1495580"/>
                <a:gd name="connsiteX10-307" fmla="*/ 26 w 1721649"/>
                <a:gd name="connsiteY10-308" fmla="*/ 533323 h 1495580"/>
                <a:gd name="connsiteX0-309" fmla="*/ 26 w 1721649"/>
                <a:gd name="connsiteY0-310" fmla="*/ 533323 h 1500006"/>
                <a:gd name="connsiteX1-311" fmla="*/ 42483 w 1721649"/>
                <a:gd name="connsiteY1-312" fmla="*/ 467160 h 1500006"/>
                <a:gd name="connsiteX2-313" fmla="*/ 973106 w 1721649"/>
                <a:gd name="connsiteY2-314" fmla="*/ 8056 h 1500006"/>
                <a:gd name="connsiteX3-315" fmla="*/ 1044405 w 1721649"/>
                <a:gd name="connsiteY3-316" fmla="*/ 10069 h 1500006"/>
                <a:gd name="connsiteX4-317" fmla="*/ 1598243 w 1721649"/>
                <a:gd name="connsiteY4-318" fmla="*/ 323776 h 1500006"/>
                <a:gd name="connsiteX5-319" fmla="*/ 1636674 w 1721649"/>
                <a:gd name="connsiteY5-320" fmla="*/ 383872 h 1500006"/>
                <a:gd name="connsiteX6-321" fmla="*/ 1721434 w 1721649"/>
                <a:gd name="connsiteY6-322" fmla="*/ 1418112 h 1500006"/>
                <a:gd name="connsiteX7-323" fmla="*/ 1686522 w 1721649"/>
                <a:gd name="connsiteY7-324" fmla="*/ 1488592 h 1500006"/>
                <a:gd name="connsiteX8-325" fmla="*/ 1607936 w 1721649"/>
                <a:gd name="connsiteY8-326" fmla="*/ 1490685 h 1500006"/>
                <a:gd name="connsiteX9-327" fmla="*/ 38670 w 1721649"/>
                <a:gd name="connsiteY9-328" fmla="*/ 601817 h 1500006"/>
                <a:gd name="connsiteX10-329" fmla="*/ 26 w 1721649"/>
                <a:gd name="connsiteY10-330" fmla="*/ 533323 h 1500006"/>
                <a:gd name="connsiteX0-331" fmla="*/ 26 w 1721649"/>
                <a:gd name="connsiteY0-332" fmla="*/ 533323 h 1500006"/>
                <a:gd name="connsiteX1-333" fmla="*/ 42483 w 1721649"/>
                <a:gd name="connsiteY1-334" fmla="*/ 467160 h 1500006"/>
                <a:gd name="connsiteX2-335" fmla="*/ 973106 w 1721649"/>
                <a:gd name="connsiteY2-336" fmla="*/ 8056 h 1500006"/>
                <a:gd name="connsiteX3-337" fmla="*/ 1044405 w 1721649"/>
                <a:gd name="connsiteY3-338" fmla="*/ 10069 h 1500006"/>
                <a:gd name="connsiteX4-339" fmla="*/ 1598243 w 1721649"/>
                <a:gd name="connsiteY4-340" fmla="*/ 323776 h 1500006"/>
                <a:gd name="connsiteX5-341" fmla="*/ 1636674 w 1721649"/>
                <a:gd name="connsiteY5-342" fmla="*/ 383872 h 1500006"/>
                <a:gd name="connsiteX6-343" fmla="*/ 1721434 w 1721649"/>
                <a:gd name="connsiteY6-344" fmla="*/ 1418112 h 1500006"/>
                <a:gd name="connsiteX7-345" fmla="*/ 1686522 w 1721649"/>
                <a:gd name="connsiteY7-346" fmla="*/ 1488592 h 1500006"/>
                <a:gd name="connsiteX8-347" fmla="*/ 1607936 w 1721649"/>
                <a:gd name="connsiteY8-348" fmla="*/ 1490685 h 1500006"/>
                <a:gd name="connsiteX9-349" fmla="*/ 38670 w 1721649"/>
                <a:gd name="connsiteY9-350" fmla="*/ 601817 h 1500006"/>
                <a:gd name="connsiteX10-351" fmla="*/ 26 w 1721649"/>
                <a:gd name="connsiteY10-352" fmla="*/ 533323 h 1500006"/>
                <a:gd name="connsiteX0-353" fmla="*/ 26 w 1721649"/>
                <a:gd name="connsiteY0-354" fmla="*/ 533323 h 1500006"/>
                <a:gd name="connsiteX1-355" fmla="*/ 42483 w 1721649"/>
                <a:gd name="connsiteY1-356" fmla="*/ 467160 h 1500006"/>
                <a:gd name="connsiteX2-357" fmla="*/ 973106 w 1721649"/>
                <a:gd name="connsiteY2-358" fmla="*/ 8056 h 1500006"/>
                <a:gd name="connsiteX3-359" fmla="*/ 1044405 w 1721649"/>
                <a:gd name="connsiteY3-360" fmla="*/ 10069 h 1500006"/>
                <a:gd name="connsiteX4-361" fmla="*/ 1598243 w 1721649"/>
                <a:gd name="connsiteY4-362" fmla="*/ 323776 h 1500006"/>
                <a:gd name="connsiteX5-363" fmla="*/ 1636674 w 1721649"/>
                <a:gd name="connsiteY5-364" fmla="*/ 383872 h 1500006"/>
                <a:gd name="connsiteX6-365" fmla="*/ 1721434 w 1721649"/>
                <a:gd name="connsiteY6-366" fmla="*/ 1418112 h 1500006"/>
                <a:gd name="connsiteX7-367" fmla="*/ 1686522 w 1721649"/>
                <a:gd name="connsiteY7-368" fmla="*/ 1488592 h 1500006"/>
                <a:gd name="connsiteX8-369" fmla="*/ 1607936 w 1721649"/>
                <a:gd name="connsiteY8-370" fmla="*/ 1490685 h 1500006"/>
                <a:gd name="connsiteX9-371" fmla="*/ 38670 w 1721649"/>
                <a:gd name="connsiteY9-372" fmla="*/ 601817 h 1500006"/>
                <a:gd name="connsiteX10-373" fmla="*/ 26 w 1721649"/>
                <a:gd name="connsiteY10-374" fmla="*/ 533323 h 1500006"/>
                <a:gd name="connsiteX0-375" fmla="*/ 26 w 1721649"/>
                <a:gd name="connsiteY0-376" fmla="*/ 533323 h 1500006"/>
                <a:gd name="connsiteX1-377" fmla="*/ 42483 w 1721649"/>
                <a:gd name="connsiteY1-378" fmla="*/ 467160 h 1500006"/>
                <a:gd name="connsiteX2-379" fmla="*/ 973106 w 1721649"/>
                <a:gd name="connsiteY2-380" fmla="*/ 8056 h 1500006"/>
                <a:gd name="connsiteX3-381" fmla="*/ 1044405 w 1721649"/>
                <a:gd name="connsiteY3-382" fmla="*/ 10069 h 1500006"/>
                <a:gd name="connsiteX4-383" fmla="*/ 1598243 w 1721649"/>
                <a:gd name="connsiteY4-384" fmla="*/ 323776 h 1500006"/>
                <a:gd name="connsiteX5-385" fmla="*/ 1636674 w 1721649"/>
                <a:gd name="connsiteY5-386" fmla="*/ 383872 h 1500006"/>
                <a:gd name="connsiteX6-387" fmla="*/ 1721434 w 1721649"/>
                <a:gd name="connsiteY6-388" fmla="*/ 1418112 h 1500006"/>
                <a:gd name="connsiteX7-389" fmla="*/ 1686522 w 1721649"/>
                <a:gd name="connsiteY7-390" fmla="*/ 1488592 h 1500006"/>
                <a:gd name="connsiteX8-391" fmla="*/ 1607936 w 1721649"/>
                <a:gd name="connsiteY8-392" fmla="*/ 1490685 h 1500006"/>
                <a:gd name="connsiteX9-393" fmla="*/ 38670 w 1721649"/>
                <a:gd name="connsiteY9-394" fmla="*/ 601817 h 1500006"/>
                <a:gd name="connsiteX10-395" fmla="*/ 26 w 1721649"/>
                <a:gd name="connsiteY10-396" fmla="*/ 533323 h 150000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1721649" h="1500006">
                  <a:moveTo>
                    <a:pt x="26" y="533323"/>
                  </a:moveTo>
                  <a:cubicBezTo>
                    <a:pt x="789" y="506604"/>
                    <a:pt x="18511" y="478986"/>
                    <a:pt x="42483" y="467160"/>
                  </a:cubicBezTo>
                  <a:cubicBezTo>
                    <a:pt x="42483" y="467160"/>
                    <a:pt x="973106" y="8056"/>
                    <a:pt x="973106" y="8056"/>
                  </a:cubicBezTo>
                  <a:cubicBezTo>
                    <a:pt x="996206" y="-3340"/>
                    <a:pt x="1021993" y="-2625"/>
                    <a:pt x="1044405" y="10069"/>
                  </a:cubicBezTo>
                  <a:cubicBezTo>
                    <a:pt x="1044405" y="10070"/>
                    <a:pt x="1598243" y="323777"/>
                    <a:pt x="1598243" y="323776"/>
                  </a:cubicBezTo>
                  <a:cubicBezTo>
                    <a:pt x="1620655" y="336471"/>
                    <a:pt x="1634570" y="358201"/>
                    <a:pt x="1636674" y="383872"/>
                  </a:cubicBezTo>
                  <a:cubicBezTo>
                    <a:pt x="1636674" y="383873"/>
                    <a:pt x="1721434" y="1418113"/>
                    <a:pt x="1721434" y="1418112"/>
                  </a:cubicBezTo>
                  <a:cubicBezTo>
                    <a:pt x="1723617" y="1444753"/>
                    <a:pt x="1709046" y="1474201"/>
                    <a:pt x="1686522" y="1488592"/>
                  </a:cubicBezTo>
                  <a:cubicBezTo>
                    <a:pt x="1663998" y="1502986"/>
                    <a:pt x="1631195" y="1503860"/>
                    <a:pt x="1607936" y="1490685"/>
                  </a:cubicBezTo>
                  <a:cubicBezTo>
                    <a:pt x="1607936" y="1490686"/>
                    <a:pt x="38670" y="601818"/>
                    <a:pt x="38670" y="601817"/>
                  </a:cubicBezTo>
                  <a:cubicBezTo>
                    <a:pt x="15411" y="588644"/>
                    <a:pt x="-736" y="560042"/>
                    <a:pt x="26" y="533323"/>
                  </a:cubicBezTo>
                  <a:close/>
                </a:path>
              </a:pathLst>
            </a:custGeom>
            <a:gradFill>
              <a:gsLst>
                <a:gs pos="75000">
                  <a:srgbClr val="2196F3">
                    <a:alpha val="100000"/>
                  </a:srgbClr>
                </a:gs>
                <a:gs pos="0">
                  <a:srgbClr val="2196F3">
                    <a:lumMod val="60000"/>
                    <a:lumOff val="40000"/>
                    <a:alpha val="100000"/>
                  </a:srgbClr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42" name="等腰三角形 41"/>
            <p:cNvSpPr/>
            <p:nvPr>
              <p:custDataLst>
                <p:tags r:id="rId19"/>
              </p:custDataLst>
            </p:nvPr>
          </p:nvSpPr>
          <p:spPr>
            <a:xfrm rot="20010463">
              <a:off x="17980" y="14340"/>
              <a:ext cx="1656" cy="1434"/>
            </a:xfrm>
            <a:prstGeom prst="triangle">
              <a:avLst>
                <a:gd name="adj" fmla="val 42509"/>
              </a:avLst>
            </a:prstGeom>
            <a:solidFill>
              <a:srgbClr val="2196F3">
                <a:alpha val="40000"/>
                <a:lumMod val="30000"/>
                <a:lumOff val="70000"/>
              </a:srgbClr>
            </a:solidFill>
            <a:ln w="3175"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150000"/>
                </a:lnSpc>
              </a:pPr>
              <a:endParaRPr lang="zh-CN" altLang="en-US" sz="1000">
                <a:solidFill>
                  <a:srgbClr val="2196F3"/>
                </a:solidFill>
              </a:endParaRPr>
            </a:p>
          </p:txBody>
        </p:sp>
        <p:sp>
          <p:nvSpPr>
            <p:cNvPr id="48" name="任意多边形: 形状 47"/>
            <p:cNvSpPr/>
            <p:nvPr>
              <p:custDataLst>
                <p:tags r:id="rId20"/>
              </p:custDataLst>
            </p:nvPr>
          </p:nvSpPr>
          <p:spPr>
            <a:xfrm rot="19800000">
              <a:off x="13467" y="7660"/>
              <a:ext cx="4311" cy="3756"/>
            </a:xfrm>
            <a:custGeom>
              <a:avLst/>
              <a:gdLst>
                <a:gd name="connsiteX0" fmla="*/ 26 w 1721896"/>
                <a:gd name="connsiteY0" fmla="*/ 529544 h 1492186"/>
                <a:gd name="connsiteX1" fmla="*/ 42483 w 1721896"/>
                <a:gd name="connsiteY1" fmla="*/ 463381 h 1492186"/>
                <a:gd name="connsiteX2" fmla="*/ 973106 w 1721896"/>
                <a:gd name="connsiteY2" fmla="*/ 4277 h 1492186"/>
                <a:gd name="connsiteX3" fmla="*/ 1044405 w 1721896"/>
                <a:gd name="connsiteY3" fmla="*/ 6290 h 1492186"/>
                <a:gd name="connsiteX4" fmla="*/ 1598243 w 1721896"/>
                <a:gd name="connsiteY4" fmla="*/ 319997 h 1492186"/>
                <a:gd name="connsiteX5" fmla="*/ 1636674 w 1721896"/>
                <a:gd name="connsiteY5" fmla="*/ 380093 h 1492186"/>
                <a:gd name="connsiteX6" fmla="*/ 1721434 w 1721896"/>
                <a:gd name="connsiteY6" fmla="*/ 1414333 h 1492186"/>
                <a:gd name="connsiteX7" fmla="*/ 1686522 w 1721896"/>
                <a:gd name="connsiteY7" fmla="*/ 1484813 h 1492186"/>
                <a:gd name="connsiteX8" fmla="*/ 1607936 w 1721896"/>
                <a:gd name="connsiteY8" fmla="*/ 1486906 h 1492186"/>
                <a:gd name="connsiteX9" fmla="*/ 38670 w 1721896"/>
                <a:gd name="connsiteY9" fmla="*/ 598038 h 1492186"/>
                <a:gd name="connsiteX10" fmla="*/ 26 w 1721896"/>
                <a:gd name="connsiteY10" fmla="*/ 529544 h 1492186"/>
                <a:gd name="connsiteX0-1" fmla="*/ 26 w 1721896"/>
                <a:gd name="connsiteY0-2" fmla="*/ 529544 h 1492186"/>
                <a:gd name="connsiteX1-3" fmla="*/ 42483 w 1721896"/>
                <a:gd name="connsiteY1-4" fmla="*/ 463381 h 1492186"/>
                <a:gd name="connsiteX2-5" fmla="*/ 973106 w 1721896"/>
                <a:gd name="connsiteY2-6" fmla="*/ 4277 h 1492186"/>
                <a:gd name="connsiteX3-7" fmla="*/ 1044405 w 1721896"/>
                <a:gd name="connsiteY3-8" fmla="*/ 6290 h 1492186"/>
                <a:gd name="connsiteX4-9" fmla="*/ 1598243 w 1721896"/>
                <a:gd name="connsiteY4-10" fmla="*/ 319997 h 1492186"/>
                <a:gd name="connsiteX5-11" fmla="*/ 1636674 w 1721896"/>
                <a:gd name="connsiteY5-12" fmla="*/ 380093 h 1492186"/>
                <a:gd name="connsiteX6-13" fmla="*/ 1721434 w 1721896"/>
                <a:gd name="connsiteY6-14" fmla="*/ 1414333 h 1492186"/>
                <a:gd name="connsiteX7-15" fmla="*/ 1686522 w 1721896"/>
                <a:gd name="connsiteY7-16" fmla="*/ 1484813 h 1492186"/>
                <a:gd name="connsiteX8-17" fmla="*/ 1607936 w 1721896"/>
                <a:gd name="connsiteY8-18" fmla="*/ 1486906 h 1492186"/>
                <a:gd name="connsiteX9-19" fmla="*/ 38670 w 1721896"/>
                <a:gd name="connsiteY9-20" fmla="*/ 598038 h 1492186"/>
                <a:gd name="connsiteX10-21" fmla="*/ 26 w 1721896"/>
                <a:gd name="connsiteY10-22" fmla="*/ 529544 h 1492186"/>
                <a:gd name="connsiteX0-23" fmla="*/ 26 w 1721896"/>
                <a:gd name="connsiteY0-24" fmla="*/ 529544 h 1492186"/>
                <a:gd name="connsiteX1-25" fmla="*/ 42483 w 1721896"/>
                <a:gd name="connsiteY1-26" fmla="*/ 463381 h 1492186"/>
                <a:gd name="connsiteX2-27" fmla="*/ 973106 w 1721896"/>
                <a:gd name="connsiteY2-28" fmla="*/ 4277 h 1492186"/>
                <a:gd name="connsiteX3-29" fmla="*/ 1044405 w 1721896"/>
                <a:gd name="connsiteY3-30" fmla="*/ 6290 h 1492186"/>
                <a:gd name="connsiteX4-31" fmla="*/ 1598243 w 1721896"/>
                <a:gd name="connsiteY4-32" fmla="*/ 319997 h 1492186"/>
                <a:gd name="connsiteX5-33" fmla="*/ 1636674 w 1721896"/>
                <a:gd name="connsiteY5-34" fmla="*/ 380093 h 1492186"/>
                <a:gd name="connsiteX6-35" fmla="*/ 1721434 w 1721896"/>
                <a:gd name="connsiteY6-36" fmla="*/ 1414333 h 1492186"/>
                <a:gd name="connsiteX7-37" fmla="*/ 1686522 w 1721896"/>
                <a:gd name="connsiteY7-38" fmla="*/ 1484813 h 1492186"/>
                <a:gd name="connsiteX8-39" fmla="*/ 1607936 w 1721896"/>
                <a:gd name="connsiteY8-40" fmla="*/ 1486906 h 1492186"/>
                <a:gd name="connsiteX9-41" fmla="*/ 38670 w 1721896"/>
                <a:gd name="connsiteY9-42" fmla="*/ 598038 h 1492186"/>
                <a:gd name="connsiteX10-43" fmla="*/ 26 w 1721896"/>
                <a:gd name="connsiteY10-44" fmla="*/ 529544 h 1492186"/>
                <a:gd name="connsiteX0-45" fmla="*/ 26 w 1721896"/>
                <a:gd name="connsiteY0-46" fmla="*/ 529544 h 1492186"/>
                <a:gd name="connsiteX1-47" fmla="*/ 42483 w 1721896"/>
                <a:gd name="connsiteY1-48" fmla="*/ 463381 h 1492186"/>
                <a:gd name="connsiteX2-49" fmla="*/ 973106 w 1721896"/>
                <a:gd name="connsiteY2-50" fmla="*/ 4277 h 1492186"/>
                <a:gd name="connsiteX3-51" fmla="*/ 1044405 w 1721896"/>
                <a:gd name="connsiteY3-52" fmla="*/ 6290 h 1492186"/>
                <a:gd name="connsiteX4-53" fmla="*/ 1598243 w 1721896"/>
                <a:gd name="connsiteY4-54" fmla="*/ 319997 h 1492186"/>
                <a:gd name="connsiteX5-55" fmla="*/ 1636674 w 1721896"/>
                <a:gd name="connsiteY5-56" fmla="*/ 380093 h 1492186"/>
                <a:gd name="connsiteX6-57" fmla="*/ 1721434 w 1721896"/>
                <a:gd name="connsiteY6-58" fmla="*/ 1414333 h 1492186"/>
                <a:gd name="connsiteX7-59" fmla="*/ 1686522 w 1721896"/>
                <a:gd name="connsiteY7-60" fmla="*/ 1484813 h 1492186"/>
                <a:gd name="connsiteX8-61" fmla="*/ 1607936 w 1721896"/>
                <a:gd name="connsiteY8-62" fmla="*/ 1486906 h 1492186"/>
                <a:gd name="connsiteX9-63" fmla="*/ 38670 w 1721896"/>
                <a:gd name="connsiteY9-64" fmla="*/ 598038 h 1492186"/>
                <a:gd name="connsiteX10-65" fmla="*/ 26 w 1721896"/>
                <a:gd name="connsiteY10-66" fmla="*/ 529544 h 1492186"/>
                <a:gd name="connsiteX0-67" fmla="*/ 26 w 1721896"/>
                <a:gd name="connsiteY0-68" fmla="*/ 529857 h 1492499"/>
                <a:gd name="connsiteX1-69" fmla="*/ 42483 w 1721896"/>
                <a:gd name="connsiteY1-70" fmla="*/ 463694 h 1492499"/>
                <a:gd name="connsiteX2-71" fmla="*/ 973106 w 1721896"/>
                <a:gd name="connsiteY2-72" fmla="*/ 4590 h 1492499"/>
                <a:gd name="connsiteX3-73" fmla="*/ 1044405 w 1721896"/>
                <a:gd name="connsiteY3-74" fmla="*/ 6603 h 1492499"/>
                <a:gd name="connsiteX4-75" fmla="*/ 1598243 w 1721896"/>
                <a:gd name="connsiteY4-76" fmla="*/ 320310 h 1492499"/>
                <a:gd name="connsiteX5-77" fmla="*/ 1636674 w 1721896"/>
                <a:gd name="connsiteY5-78" fmla="*/ 380406 h 1492499"/>
                <a:gd name="connsiteX6-79" fmla="*/ 1721434 w 1721896"/>
                <a:gd name="connsiteY6-80" fmla="*/ 1414646 h 1492499"/>
                <a:gd name="connsiteX7-81" fmla="*/ 1686522 w 1721896"/>
                <a:gd name="connsiteY7-82" fmla="*/ 1485126 h 1492499"/>
                <a:gd name="connsiteX8-83" fmla="*/ 1607936 w 1721896"/>
                <a:gd name="connsiteY8-84" fmla="*/ 1487219 h 1492499"/>
                <a:gd name="connsiteX9-85" fmla="*/ 38670 w 1721896"/>
                <a:gd name="connsiteY9-86" fmla="*/ 598351 h 1492499"/>
                <a:gd name="connsiteX10-87" fmla="*/ 26 w 1721896"/>
                <a:gd name="connsiteY10-88" fmla="*/ 529857 h 1492499"/>
                <a:gd name="connsiteX0-89" fmla="*/ 26 w 1721896"/>
                <a:gd name="connsiteY0-90" fmla="*/ 533323 h 1495965"/>
                <a:gd name="connsiteX1-91" fmla="*/ 42483 w 1721896"/>
                <a:gd name="connsiteY1-92" fmla="*/ 467160 h 1495965"/>
                <a:gd name="connsiteX2-93" fmla="*/ 973106 w 1721896"/>
                <a:gd name="connsiteY2-94" fmla="*/ 8056 h 1495965"/>
                <a:gd name="connsiteX3-95" fmla="*/ 1044405 w 1721896"/>
                <a:gd name="connsiteY3-96" fmla="*/ 10069 h 1495965"/>
                <a:gd name="connsiteX4-97" fmla="*/ 1598243 w 1721896"/>
                <a:gd name="connsiteY4-98" fmla="*/ 323776 h 1495965"/>
                <a:gd name="connsiteX5-99" fmla="*/ 1636674 w 1721896"/>
                <a:gd name="connsiteY5-100" fmla="*/ 383872 h 1495965"/>
                <a:gd name="connsiteX6-101" fmla="*/ 1721434 w 1721896"/>
                <a:gd name="connsiteY6-102" fmla="*/ 1418112 h 1495965"/>
                <a:gd name="connsiteX7-103" fmla="*/ 1686522 w 1721896"/>
                <a:gd name="connsiteY7-104" fmla="*/ 1488592 h 1495965"/>
                <a:gd name="connsiteX8-105" fmla="*/ 1607936 w 1721896"/>
                <a:gd name="connsiteY8-106" fmla="*/ 1490685 h 1495965"/>
                <a:gd name="connsiteX9-107" fmla="*/ 38670 w 1721896"/>
                <a:gd name="connsiteY9-108" fmla="*/ 601817 h 1495965"/>
                <a:gd name="connsiteX10-109" fmla="*/ 26 w 1721896"/>
                <a:gd name="connsiteY10-110" fmla="*/ 533323 h 1495965"/>
                <a:gd name="connsiteX0-111" fmla="*/ 26 w 1721896"/>
                <a:gd name="connsiteY0-112" fmla="*/ 533323 h 1495965"/>
                <a:gd name="connsiteX1-113" fmla="*/ 42483 w 1721896"/>
                <a:gd name="connsiteY1-114" fmla="*/ 467160 h 1495965"/>
                <a:gd name="connsiteX2-115" fmla="*/ 973106 w 1721896"/>
                <a:gd name="connsiteY2-116" fmla="*/ 8056 h 1495965"/>
                <a:gd name="connsiteX3-117" fmla="*/ 1044405 w 1721896"/>
                <a:gd name="connsiteY3-118" fmla="*/ 10069 h 1495965"/>
                <a:gd name="connsiteX4-119" fmla="*/ 1598243 w 1721896"/>
                <a:gd name="connsiteY4-120" fmla="*/ 323776 h 1495965"/>
                <a:gd name="connsiteX5-121" fmla="*/ 1636674 w 1721896"/>
                <a:gd name="connsiteY5-122" fmla="*/ 383872 h 1495965"/>
                <a:gd name="connsiteX6-123" fmla="*/ 1721434 w 1721896"/>
                <a:gd name="connsiteY6-124" fmla="*/ 1418112 h 1495965"/>
                <a:gd name="connsiteX7-125" fmla="*/ 1686522 w 1721896"/>
                <a:gd name="connsiteY7-126" fmla="*/ 1488592 h 1495965"/>
                <a:gd name="connsiteX8-127" fmla="*/ 1607936 w 1721896"/>
                <a:gd name="connsiteY8-128" fmla="*/ 1490685 h 1495965"/>
                <a:gd name="connsiteX9-129" fmla="*/ 38670 w 1721896"/>
                <a:gd name="connsiteY9-130" fmla="*/ 601817 h 1495965"/>
                <a:gd name="connsiteX10-131" fmla="*/ 26 w 1721896"/>
                <a:gd name="connsiteY10-132" fmla="*/ 533323 h 1495965"/>
                <a:gd name="connsiteX0-133" fmla="*/ 26 w 1721896"/>
                <a:gd name="connsiteY0-134" fmla="*/ 533323 h 1495965"/>
                <a:gd name="connsiteX1-135" fmla="*/ 42483 w 1721896"/>
                <a:gd name="connsiteY1-136" fmla="*/ 467160 h 1495965"/>
                <a:gd name="connsiteX2-137" fmla="*/ 973106 w 1721896"/>
                <a:gd name="connsiteY2-138" fmla="*/ 8056 h 1495965"/>
                <a:gd name="connsiteX3-139" fmla="*/ 1044405 w 1721896"/>
                <a:gd name="connsiteY3-140" fmla="*/ 10069 h 1495965"/>
                <a:gd name="connsiteX4-141" fmla="*/ 1598243 w 1721896"/>
                <a:gd name="connsiteY4-142" fmla="*/ 323776 h 1495965"/>
                <a:gd name="connsiteX5-143" fmla="*/ 1636674 w 1721896"/>
                <a:gd name="connsiteY5-144" fmla="*/ 383872 h 1495965"/>
                <a:gd name="connsiteX6-145" fmla="*/ 1721434 w 1721896"/>
                <a:gd name="connsiteY6-146" fmla="*/ 1418112 h 1495965"/>
                <a:gd name="connsiteX7-147" fmla="*/ 1686522 w 1721896"/>
                <a:gd name="connsiteY7-148" fmla="*/ 1488592 h 1495965"/>
                <a:gd name="connsiteX8-149" fmla="*/ 1607936 w 1721896"/>
                <a:gd name="connsiteY8-150" fmla="*/ 1490685 h 1495965"/>
                <a:gd name="connsiteX9-151" fmla="*/ 38670 w 1721896"/>
                <a:gd name="connsiteY9-152" fmla="*/ 601817 h 1495965"/>
                <a:gd name="connsiteX10-153" fmla="*/ 26 w 1721896"/>
                <a:gd name="connsiteY10-154" fmla="*/ 533323 h 1495965"/>
                <a:gd name="connsiteX0-155" fmla="*/ 26 w 1721896"/>
                <a:gd name="connsiteY0-156" fmla="*/ 533323 h 1495965"/>
                <a:gd name="connsiteX1-157" fmla="*/ 42483 w 1721896"/>
                <a:gd name="connsiteY1-158" fmla="*/ 467160 h 1495965"/>
                <a:gd name="connsiteX2-159" fmla="*/ 973106 w 1721896"/>
                <a:gd name="connsiteY2-160" fmla="*/ 8056 h 1495965"/>
                <a:gd name="connsiteX3-161" fmla="*/ 1044405 w 1721896"/>
                <a:gd name="connsiteY3-162" fmla="*/ 10069 h 1495965"/>
                <a:gd name="connsiteX4-163" fmla="*/ 1598243 w 1721896"/>
                <a:gd name="connsiteY4-164" fmla="*/ 323776 h 1495965"/>
                <a:gd name="connsiteX5-165" fmla="*/ 1636674 w 1721896"/>
                <a:gd name="connsiteY5-166" fmla="*/ 383872 h 1495965"/>
                <a:gd name="connsiteX6-167" fmla="*/ 1721434 w 1721896"/>
                <a:gd name="connsiteY6-168" fmla="*/ 1418112 h 1495965"/>
                <a:gd name="connsiteX7-169" fmla="*/ 1686522 w 1721896"/>
                <a:gd name="connsiteY7-170" fmla="*/ 1488592 h 1495965"/>
                <a:gd name="connsiteX8-171" fmla="*/ 1607936 w 1721896"/>
                <a:gd name="connsiteY8-172" fmla="*/ 1490685 h 1495965"/>
                <a:gd name="connsiteX9-173" fmla="*/ 38670 w 1721896"/>
                <a:gd name="connsiteY9-174" fmla="*/ 601817 h 1495965"/>
                <a:gd name="connsiteX10-175" fmla="*/ 26 w 1721896"/>
                <a:gd name="connsiteY10-176" fmla="*/ 533323 h 1495965"/>
                <a:gd name="connsiteX0-177" fmla="*/ 26 w 1721896"/>
                <a:gd name="connsiteY0-178" fmla="*/ 533323 h 1495965"/>
                <a:gd name="connsiteX1-179" fmla="*/ 42483 w 1721896"/>
                <a:gd name="connsiteY1-180" fmla="*/ 467160 h 1495965"/>
                <a:gd name="connsiteX2-181" fmla="*/ 973106 w 1721896"/>
                <a:gd name="connsiteY2-182" fmla="*/ 8056 h 1495965"/>
                <a:gd name="connsiteX3-183" fmla="*/ 1044405 w 1721896"/>
                <a:gd name="connsiteY3-184" fmla="*/ 10069 h 1495965"/>
                <a:gd name="connsiteX4-185" fmla="*/ 1598243 w 1721896"/>
                <a:gd name="connsiteY4-186" fmla="*/ 323776 h 1495965"/>
                <a:gd name="connsiteX5-187" fmla="*/ 1636674 w 1721896"/>
                <a:gd name="connsiteY5-188" fmla="*/ 383872 h 1495965"/>
                <a:gd name="connsiteX6-189" fmla="*/ 1721434 w 1721896"/>
                <a:gd name="connsiteY6-190" fmla="*/ 1418112 h 1495965"/>
                <a:gd name="connsiteX7-191" fmla="*/ 1686522 w 1721896"/>
                <a:gd name="connsiteY7-192" fmla="*/ 1488592 h 1495965"/>
                <a:gd name="connsiteX8-193" fmla="*/ 1607936 w 1721896"/>
                <a:gd name="connsiteY8-194" fmla="*/ 1490685 h 1495965"/>
                <a:gd name="connsiteX9-195" fmla="*/ 38670 w 1721896"/>
                <a:gd name="connsiteY9-196" fmla="*/ 601817 h 1495965"/>
                <a:gd name="connsiteX10-197" fmla="*/ 26 w 1721896"/>
                <a:gd name="connsiteY10-198" fmla="*/ 533323 h 1495965"/>
                <a:gd name="connsiteX0-199" fmla="*/ 26 w 1721474"/>
                <a:gd name="connsiteY0-200" fmla="*/ 533323 h 1495965"/>
                <a:gd name="connsiteX1-201" fmla="*/ 42483 w 1721474"/>
                <a:gd name="connsiteY1-202" fmla="*/ 467160 h 1495965"/>
                <a:gd name="connsiteX2-203" fmla="*/ 973106 w 1721474"/>
                <a:gd name="connsiteY2-204" fmla="*/ 8056 h 1495965"/>
                <a:gd name="connsiteX3-205" fmla="*/ 1044405 w 1721474"/>
                <a:gd name="connsiteY3-206" fmla="*/ 10069 h 1495965"/>
                <a:gd name="connsiteX4-207" fmla="*/ 1598243 w 1721474"/>
                <a:gd name="connsiteY4-208" fmla="*/ 323776 h 1495965"/>
                <a:gd name="connsiteX5-209" fmla="*/ 1636674 w 1721474"/>
                <a:gd name="connsiteY5-210" fmla="*/ 383872 h 1495965"/>
                <a:gd name="connsiteX6-211" fmla="*/ 1721434 w 1721474"/>
                <a:gd name="connsiteY6-212" fmla="*/ 1418112 h 1495965"/>
                <a:gd name="connsiteX7-213" fmla="*/ 1686522 w 1721474"/>
                <a:gd name="connsiteY7-214" fmla="*/ 1488592 h 1495965"/>
                <a:gd name="connsiteX8-215" fmla="*/ 1607936 w 1721474"/>
                <a:gd name="connsiteY8-216" fmla="*/ 1490685 h 1495965"/>
                <a:gd name="connsiteX9-217" fmla="*/ 38670 w 1721474"/>
                <a:gd name="connsiteY9-218" fmla="*/ 601817 h 1495965"/>
                <a:gd name="connsiteX10-219" fmla="*/ 26 w 1721474"/>
                <a:gd name="connsiteY10-220" fmla="*/ 533323 h 1495965"/>
                <a:gd name="connsiteX0-221" fmla="*/ 26 w 1721434"/>
                <a:gd name="connsiteY0-222" fmla="*/ 533323 h 1495965"/>
                <a:gd name="connsiteX1-223" fmla="*/ 42483 w 1721434"/>
                <a:gd name="connsiteY1-224" fmla="*/ 467160 h 1495965"/>
                <a:gd name="connsiteX2-225" fmla="*/ 973106 w 1721434"/>
                <a:gd name="connsiteY2-226" fmla="*/ 8056 h 1495965"/>
                <a:gd name="connsiteX3-227" fmla="*/ 1044405 w 1721434"/>
                <a:gd name="connsiteY3-228" fmla="*/ 10069 h 1495965"/>
                <a:gd name="connsiteX4-229" fmla="*/ 1598243 w 1721434"/>
                <a:gd name="connsiteY4-230" fmla="*/ 323776 h 1495965"/>
                <a:gd name="connsiteX5-231" fmla="*/ 1636674 w 1721434"/>
                <a:gd name="connsiteY5-232" fmla="*/ 383872 h 1495965"/>
                <a:gd name="connsiteX6-233" fmla="*/ 1721434 w 1721434"/>
                <a:gd name="connsiteY6-234" fmla="*/ 1418112 h 1495965"/>
                <a:gd name="connsiteX7-235" fmla="*/ 1686522 w 1721434"/>
                <a:gd name="connsiteY7-236" fmla="*/ 1488592 h 1495965"/>
                <a:gd name="connsiteX8-237" fmla="*/ 1607936 w 1721434"/>
                <a:gd name="connsiteY8-238" fmla="*/ 1490685 h 1495965"/>
                <a:gd name="connsiteX9-239" fmla="*/ 38670 w 1721434"/>
                <a:gd name="connsiteY9-240" fmla="*/ 601817 h 1495965"/>
                <a:gd name="connsiteX10-241" fmla="*/ 26 w 1721434"/>
                <a:gd name="connsiteY10-242" fmla="*/ 533323 h 1495965"/>
                <a:gd name="connsiteX0-243" fmla="*/ 26 w 1721492"/>
                <a:gd name="connsiteY0-244" fmla="*/ 533323 h 1495965"/>
                <a:gd name="connsiteX1-245" fmla="*/ 42483 w 1721492"/>
                <a:gd name="connsiteY1-246" fmla="*/ 467160 h 1495965"/>
                <a:gd name="connsiteX2-247" fmla="*/ 973106 w 1721492"/>
                <a:gd name="connsiteY2-248" fmla="*/ 8056 h 1495965"/>
                <a:gd name="connsiteX3-249" fmla="*/ 1044405 w 1721492"/>
                <a:gd name="connsiteY3-250" fmla="*/ 10069 h 1495965"/>
                <a:gd name="connsiteX4-251" fmla="*/ 1598243 w 1721492"/>
                <a:gd name="connsiteY4-252" fmla="*/ 323776 h 1495965"/>
                <a:gd name="connsiteX5-253" fmla="*/ 1636674 w 1721492"/>
                <a:gd name="connsiteY5-254" fmla="*/ 383872 h 1495965"/>
                <a:gd name="connsiteX6-255" fmla="*/ 1721434 w 1721492"/>
                <a:gd name="connsiteY6-256" fmla="*/ 1418112 h 1495965"/>
                <a:gd name="connsiteX7-257" fmla="*/ 1686522 w 1721492"/>
                <a:gd name="connsiteY7-258" fmla="*/ 1488592 h 1495965"/>
                <a:gd name="connsiteX8-259" fmla="*/ 1607936 w 1721492"/>
                <a:gd name="connsiteY8-260" fmla="*/ 1490685 h 1495965"/>
                <a:gd name="connsiteX9-261" fmla="*/ 38670 w 1721492"/>
                <a:gd name="connsiteY9-262" fmla="*/ 601817 h 1495965"/>
                <a:gd name="connsiteX10-263" fmla="*/ 26 w 1721492"/>
                <a:gd name="connsiteY10-264" fmla="*/ 533323 h 1495965"/>
                <a:gd name="connsiteX0-265" fmla="*/ 26 w 1721649"/>
                <a:gd name="connsiteY0-266" fmla="*/ 533323 h 1495965"/>
                <a:gd name="connsiteX1-267" fmla="*/ 42483 w 1721649"/>
                <a:gd name="connsiteY1-268" fmla="*/ 467160 h 1495965"/>
                <a:gd name="connsiteX2-269" fmla="*/ 973106 w 1721649"/>
                <a:gd name="connsiteY2-270" fmla="*/ 8056 h 1495965"/>
                <a:gd name="connsiteX3-271" fmla="*/ 1044405 w 1721649"/>
                <a:gd name="connsiteY3-272" fmla="*/ 10069 h 1495965"/>
                <a:gd name="connsiteX4-273" fmla="*/ 1598243 w 1721649"/>
                <a:gd name="connsiteY4-274" fmla="*/ 323776 h 1495965"/>
                <a:gd name="connsiteX5-275" fmla="*/ 1636674 w 1721649"/>
                <a:gd name="connsiteY5-276" fmla="*/ 383872 h 1495965"/>
                <a:gd name="connsiteX6-277" fmla="*/ 1721434 w 1721649"/>
                <a:gd name="connsiteY6-278" fmla="*/ 1418112 h 1495965"/>
                <a:gd name="connsiteX7-279" fmla="*/ 1686522 w 1721649"/>
                <a:gd name="connsiteY7-280" fmla="*/ 1488592 h 1495965"/>
                <a:gd name="connsiteX8-281" fmla="*/ 1607936 w 1721649"/>
                <a:gd name="connsiteY8-282" fmla="*/ 1490685 h 1495965"/>
                <a:gd name="connsiteX9-283" fmla="*/ 38670 w 1721649"/>
                <a:gd name="connsiteY9-284" fmla="*/ 601817 h 1495965"/>
                <a:gd name="connsiteX10-285" fmla="*/ 26 w 1721649"/>
                <a:gd name="connsiteY10-286" fmla="*/ 533323 h 1495965"/>
                <a:gd name="connsiteX0-287" fmla="*/ 26 w 1721649"/>
                <a:gd name="connsiteY0-288" fmla="*/ 533323 h 1495580"/>
                <a:gd name="connsiteX1-289" fmla="*/ 42483 w 1721649"/>
                <a:gd name="connsiteY1-290" fmla="*/ 467160 h 1495580"/>
                <a:gd name="connsiteX2-291" fmla="*/ 973106 w 1721649"/>
                <a:gd name="connsiteY2-292" fmla="*/ 8056 h 1495580"/>
                <a:gd name="connsiteX3-293" fmla="*/ 1044405 w 1721649"/>
                <a:gd name="connsiteY3-294" fmla="*/ 10069 h 1495580"/>
                <a:gd name="connsiteX4-295" fmla="*/ 1598243 w 1721649"/>
                <a:gd name="connsiteY4-296" fmla="*/ 323776 h 1495580"/>
                <a:gd name="connsiteX5-297" fmla="*/ 1636674 w 1721649"/>
                <a:gd name="connsiteY5-298" fmla="*/ 383872 h 1495580"/>
                <a:gd name="connsiteX6-299" fmla="*/ 1721434 w 1721649"/>
                <a:gd name="connsiteY6-300" fmla="*/ 1418112 h 1495580"/>
                <a:gd name="connsiteX7-301" fmla="*/ 1686522 w 1721649"/>
                <a:gd name="connsiteY7-302" fmla="*/ 1488592 h 1495580"/>
                <a:gd name="connsiteX8-303" fmla="*/ 1607936 w 1721649"/>
                <a:gd name="connsiteY8-304" fmla="*/ 1490685 h 1495580"/>
                <a:gd name="connsiteX9-305" fmla="*/ 38670 w 1721649"/>
                <a:gd name="connsiteY9-306" fmla="*/ 601817 h 1495580"/>
                <a:gd name="connsiteX10-307" fmla="*/ 26 w 1721649"/>
                <a:gd name="connsiteY10-308" fmla="*/ 533323 h 1495580"/>
                <a:gd name="connsiteX0-309" fmla="*/ 26 w 1721649"/>
                <a:gd name="connsiteY0-310" fmla="*/ 533323 h 1500006"/>
                <a:gd name="connsiteX1-311" fmla="*/ 42483 w 1721649"/>
                <a:gd name="connsiteY1-312" fmla="*/ 467160 h 1500006"/>
                <a:gd name="connsiteX2-313" fmla="*/ 973106 w 1721649"/>
                <a:gd name="connsiteY2-314" fmla="*/ 8056 h 1500006"/>
                <a:gd name="connsiteX3-315" fmla="*/ 1044405 w 1721649"/>
                <a:gd name="connsiteY3-316" fmla="*/ 10069 h 1500006"/>
                <a:gd name="connsiteX4-317" fmla="*/ 1598243 w 1721649"/>
                <a:gd name="connsiteY4-318" fmla="*/ 323776 h 1500006"/>
                <a:gd name="connsiteX5-319" fmla="*/ 1636674 w 1721649"/>
                <a:gd name="connsiteY5-320" fmla="*/ 383872 h 1500006"/>
                <a:gd name="connsiteX6-321" fmla="*/ 1721434 w 1721649"/>
                <a:gd name="connsiteY6-322" fmla="*/ 1418112 h 1500006"/>
                <a:gd name="connsiteX7-323" fmla="*/ 1686522 w 1721649"/>
                <a:gd name="connsiteY7-324" fmla="*/ 1488592 h 1500006"/>
                <a:gd name="connsiteX8-325" fmla="*/ 1607936 w 1721649"/>
                <a:gd name="connsiteY8-326" fmla="*/ 1490685 h 1500006"/>
                <a:gd name="connsiteX9-327" fmla="*/ 38670 w 1721649"/>
                <a:gd name="connsiteY9-328" fmla="*/ 601817 h 1500006"/>
                <a:gd name="connsiteX10-329" fmla="*/ 26 w 1721649"/>
                <a:gd name="connsiteY10-330" fmla="*/ 533323 h 1500006"/>
                <a:gd name="connsiteX0-331" fmla="*/ 26 w 1721649"/>
                <a:gd name="connsiteY0-332" fmla="*/ 533323 h 1500006"/>
                <a:gd name="connsiteX1-333" fmla="*/ 42483 w 1721649"/>
                <a:gd name="connsiteY1-334" fmla="*/ 467160 h 1500006"/>
                <a:gd name="connsiteX2-335" fmla="*/ 973106 w 1721649"/>
                <a:gd name="connsiteY2-336" fmla="*/ 8056 h 1500006"/>
                <a:gd name="connsiteX3-337" fmla="*/ 1044405 w 1721649"/>
                <a:gd name="connsiteY3-338" fmla="*/ 10069 h 1500006"/>
                <a:gd name="connsiteX4-339" fmla="*/ 1598243 w 1721649"/>
                <a:gd name="connsiteY4-340" fmla="*/ 323776 h 1500006"/>
                <a:gd name="connsiteX5-341" fmla="*/ 1636674 w 1721649"/>
                <a:gd name="connsiteY5-342" fmla="*/ 383872 h 1500006"/>
                <a:gd name="connsiteX6-343" fmla="*/ 1721434 w 1721649"/>
                <a:gd name="connsiteY6-344" fmla="*/ 1418112 h 1500006"/>
                <a:gd name="connsiteX7-345" fmla="*/ 1686522 w 1721649"/>
                <a:gd name="connsiteY7-346" fmla="*/ 1488592 h 1500006"/>
                <a:gd name="connsiteX8-347" fmla="*/ 1607936 w 1721649"/>
                <a:gd name="connsiteY8-348" fmla="*/ 1490685 h 1500006"/>
                <a:gd name="connsiteX9-349" fmla="*/ 38670 w 1721649"/>
                <a:gd name="connsiteY9-350" fmla="*/ 601817 h 1500006"/>
                <a:gd name="connsiteX10-351" fmla="*/ 26 w 1721649"/>
                <a:gd name="connsiteY10-352" fmla="*/ 533323 h 1500006"/>
                <a:gd name="connsiteX0-353" fmla="*/ 26 w 1721649"/>
                <a:gd name="connsiteY0-354" fmla="*/ 533323 h 1500006"/>
                <a:gd name="connsiteX1-355" fmla="*/ 42483 w 1721649"/>
                <a:gd name="connsiteY1-356" fmla="*/ 467160 h 1500006"/>
                <a:gd name="connsiteX2-357" fmla="*/ 973106 w 1721649"/>
                <a:gd name="connsiteY2-358" fmla="*/ 8056 h 1500006"/>
                <a:gd name="connsiteX3-359" fmla="*/ 1044405 w 1721649"/>
                <a:gd name="connsiteY3-360" fmla="*/ 10069 h 1500006"/>
                <a:gd name="connsiteX4-361" fmla="*/ 1598243 w 1721649"/>
                <a:gd name="connsiteY4-362" fmla="*/ 323776 h 1500006"/>
                <a:gd name="connsiteX5-363" fmla="*/ 1636674 w 1721649"/>
                <a:gd name="connsiteY5-364" fmla="*/ 383872 h 1500006"/>
                <a:gd name="connsiteX6-365" fmla="*/ 1721434 w 1721649"/>
                <a:gd name="connsiteY6-366" fmla="*/ 1418112 h 1500006"/>
                <a:gd name="connsiteX7-367" fmla="*/ 1686522 w 1721649"/>
                <a:gd name="connsiteY7-368" fmla="*/ 1488592 h 1500006"/>
                <a:gd name="connsiteX8-369" fmla="*/ 1607936 w 1721649"/>
                <a:gd name="connsiteY8-370" fmla="*/ 1490685 h 1500006"/>
                <a:gd name="connsiteX9-371" fmla="*/ 38670 w 1721649"/>
                <a:gd name="connsiteY9-372" fmla="*/ 601817 h 1500006"/>
                <a:gd name="connsiteX10-373" fmla="*/ 26 w 1721649"/>
                <a:gd name="connsiteY10-374" fmla="*/ 533323 h 1500006"/>
                <a:gd name="connsiteX0-375" fmla="*/ 26 w 1721649"/>
                <a:gd name="connsiteY0-376" fmla="*/ 533323 h 1500006"/>
                <a:gd name="connsiteX1-377" fmla="*/ 42483 w 1721649"/>
                <a:gd name="connsiteY1-378" fmla="*/ 467160 h 1500006"/>
                <a:gd name="connsiteX2-379" fmla="*/ 973106 w 1721649"/>
                <a:gd name="connsiteY2-380" fmla="*/ 8056 h 1500006"/>
                <a:gd name="connsiteX3-381" fmla="*/ 1044405 w 1721649"/>
                <a:gd name="connsiteY3-382" fmla="*/ 10069 h 1500006"/>
                <a:gd name="connsiteX4-383" fmla="*/ 1598243 w 1721649"/>
                <a:gd name="connsiteY4-384" fmla="*/ 323776 h 1500006"/>
                <a:gd name="connsiteX5-385" fmla="*/ 1636674 w 1721649"/>
                <a:gd name="connsiteY5-386" fmla="*/ 383872 h 1500006"/>
                <a:gd name="connsiteX6-387" fmla="*/ 1721434 w 1721649"/>
                <a:gd name="connsiteY6-388" fmla="*/ 1418112 h 1500006"/>
                <a:gd name="connsiteX7-389" fmla="*/ 1686522 w 1721649"/>
                <a:gd name="connsiteY7-390" fmla="*/ 1488592 h 1500006"/>
                <a:gd name="connsiteX8-391" fmla="*/ 1607936 w 1721649"/>
                <a:gd name="connsiteY8-392" fmla="*/ 1490685 h 1500006"/>
                <a:gd name="connsiteX9-393" fmla="*/ 38670 w 1721649"/>
                <a:gd name="connsiteY9-394" fmla="*/ 601817 h 1500006"/>
                <a:gd name="connsiteX10-395" fmla="*/ 26 w 1721649"/>
                <a:gd name="connsiteY10-396" fmla="*/ 533323 h 150000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1721649" h="1500006">
                  <a:moveTo>
                    <a:pt x="26" y="533323"/>
                  </a:moveTo>
                  <a:cubicBezTo>
                    <a:pt x="789" y="506604"/>
                    <a:pt x="18511" y="478986"/>
                    <a:pt x="42483" y="467160"/>
                  </a:cubicBezTo>
                  <a:cubicBezTo>
                    <a:pt x="42483" y="467160"/>
                    <a:pt x="973106" y="8056"/>
                    <a:pt x="973106" y="8056"/>
                  </a:cubicBezTo>
                  <a:cubicBezTo>
                    <a:pt x="996206" y="-3340"/>
                    <a:pt x="1021993" y="-2625"/>
                    <a:pt x="1044405" y="10069"/>
                  </a:cubicBezTo>
                  <a:cubicBezTo>
                    <a:pt x="1044405" y="10070"/>
                    <a:pt x="1598243" y="323777"/>
                    <a:pt x="1598243" y="323776"/>
                  </a:cubicBezTo>
                  <a:cubicBezTo>
                    <a:pt x="1620655" y="336471"/>
                    <a:pt x="1634570" y="358201"/>
                    <a:pt x="1636674" y="383872"/>
                  </a:cubicBezTo>
                  <a:cubicBezTo>
                    <a:pt x="1636674" y="383873"/>
                    <a:pt x="1721434" y="1418113"/>
                    <a:pt x="1721434" y="1418112"/>
                  </a:cubicBezTo>
                  <a:cubicBezTo>
                    <a:pt x="1723617" y="1444753"/>
                    <a:pt x="1709046" y="1474201"/>
                    <a:pt x="1686522" y="1488592"/>
                  </a:cubicBezTo>
                  <a:cubicBezTo>
                    <a:pt x="1663998" y="1502986"/>
                    <a:pt x="1631195" y="1503860"/>
                    <a:pt x="1607936" y="1490685"/>
                  </a:cubicBezTo>
                  <a:cubicBezTo>
                    <a:pt x="1607936" y="1490686"/>
                    <a:pt x="38670" y="601818"/>
                    <a:pt x="38670" y="601817"/>
                  </a:cubicBezTo>
                  <a:cubicBezTo>
                    <a:pt x="15411" y="588644"/>
                    <a:pt x="-736" y="560042"/>
                    <a:pt x="26" y="533323"/>
                  </a:cubicBezTo>
                  <a:close/>
                </a:path>
              </a:pathLst>
            </a:custGeom>
            <a:gradFill>
              <a:gsLst>
                <a:gs pos="75000">
                  <a:srgbClr val="4CAF50">
                    <a:alpha val="100000"/>
                  </a:srgbClr>
                </a:gs>
                <a:gs pos="0">
                  <a:srgbClr val="4CAF50">
                    <a:lumMod val="60000"/>
                    <a:lumOff val="40000"/>
                    <a:alpha val="100000"/>
                  </a:srgbClr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49" name="等腰三角形 48"/>
            <p:cNvSpPr/>
            <p:nvPr>
              <p:custDataLst>
                <p:tags r:id="rId21"/>
              </p:custDataLst>
            </p:nvPr>
          </p:nvSpPr>
          <p:spPr>
            <a:xfrm rot="3810463">
              <a:off x="13915" y="10094"/>
              <a:ext cx="1656" cy="1434"/>
            </a:xfrm>
            <a:prstGeom prst="triangle">
              <a:avLst>
                <a:gd name="adj" fmla="val 42509"/>
              </a:avLst>
            </a:prstGeom>
            <a:solidFill>
              <a:srgbClr val="4CAF50">
                <a:alpha val="40000"/>
                <a:lumMod val="30000"/>
                <a:lumOff val="70000"/>
              </a:srgbClr>
            </a:solidFill>
            <a:ln w="3175"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150000"/>
                </a:lnSpc>
              </a:pPr>
              <a:endParaRPr lang="zh-CN" altLang="en-US" sz="1000">
                <a:solidFill>
                  <a:srgbClr val="4CAF50"/>
                </a:solidFill>
              </a:endParaRPr>
            </a:p>
          </p:txBody>
        </p:sp>
        <p:sp>
          <p:nvSpPr>
            <p:cNvPr id="37" name="椭圆 36"/>
            <p:cNvSpPr/>
            <p:nvPr>
              <p:custDataLst>
                <p:tags r:id="rId22"/>
              </p:custDataLst>
            </p:nvPr>
          </p:nvSpPr>
          <p:spPr>
            <a:xfrm>
              <a:off x="16962" y="9004"/>
              <a:ext cx="3877" cy="387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63500" sx="102000" sy="102000" algn="ctr" rotWithShape="0">
                <a:srgbClr val="4CAF5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b="1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KMS</a:t>
              </a: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4373" y="8495"/>
              <a:ext cx="3594" cy="10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Employee</a:t>
              </a: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9498" y="7351"/>
              <a:ext cx="3120" cy="10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Manager</a:t>
              </a: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15863" y="13518"/>
              <a:ext cx="2256" cy="10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Admin</a:t>
              </a: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20238" y="12502"/>
              <a:ext cx="3594" cy="10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Decision</a:t>
              </a:r>
            </a:p>
          </p:txBody>
        </p:sp>
      </p:grpSp>
      <p:sp>
        <p:nvSpPr>
          <p:cNvPr id="56" name="正文"/>
          <p:cNvSpPr txBox="1"/>
          <p:nvPr>
            <p:custDataLst>
              <p:tags r:id="rId11"/>
            </p:custDataLst>
          </p:nvPr>
        </p:nvSpPr>
        <p:spPr>
          <a:xfrm>
            <a:off x="15321280" y="4339590"/>
            <a:ext cx="5333365" cy="7632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ctr" fontAlgn="auto">
              <a:lnSpc>
                <a:spcPct val="150000"/>
              </a:lnSpc>
            </a:pPr>
            <a:r>
              <a:rPr lang="zh-CN" altLang="en-US" sz="3600" b="1" kern="0" dirty="0">
                <a:solidFill>
                  <a:srgbClr val="2196F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——我要保障知识质量</a:t>
            </a:r>
            <a:endParaRPr lang="zh-CN" altLang="en-US" sz="3600" b="1" kern="0" spc="150" dirty="0">
              <a:ln>
                <a:noFill/>
                <a:prstDash val="sysDot"/>
              </a:ln>
              <a:solidFill>
                <a:srgbClr val="2196F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8" name="正文"/>
          <p:cNvSpPr txBox="1"/>
          <p:nvPr>
            <p:custDataLst>
              <p:tags r:id="rId12"/>
            </p:custDataLst>
          </p:nvPr>
        </p:nvSpPr>
        <p:spPr>
          <a:xfrm>
            <a:off x="3386455" y="9439910"/>
            <a:ext cx="5333365" cy="7632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ctr" fontAlgn="auto">
              <a:lnSpc>
                <a:spcPct val="150000"/>
              </a:lnSpc>
            </a:pPr>
            <a:r>
              <a:rPr lang="zh-CN" altLang="en-US" sz="3600" b="1" kern="0" dirty="0">
                <a:solidFill>
                  <a:srgbClr val="2196F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——我要维护系统稳定</a:t>
            </a:r>
            <a:endParaRPr lang="zh-CN" altLang="en-US" sz="3600" b="1" kern="0" spc="150" dirty="0">
              <a:ln>
                <a:noFill/>
                <a:prstDash val="sysDot"/>
              </a:ln>
              <a:solidFill>
                <a:srgbClr val="2196F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9" name="正文"/>
          <p:cNvSpPr txBox="1"/>
          <p:nvPr>
            <p:custDataLst>
              <p:tags r:id="rId13"/>
            </p:custDataLst>
          </p:nvPr>
        </p:nvSpPr>
        <p:spPr>
          <a:xfrm>
            <a:off x="15166340" y="9385300"/>
            <a:ext cx="5333365" cy="7632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ctr" fontAlgn="auto">
              <a:lnSpc>
                <a:spcPct val="150000"/>
              </a:lnSpc>
            </a:pPr>
            <a:r>
              <a:rPr lang="zh-CN" altLang="en-US" sz="3600" b="1" kern="0" dirty="0">
                <a:solidFill>
                  <a:srgbClr val="4CAF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——我要洞察资产价值</a:t>
            </a:r>
            <a:endParaRPr lang="zh-CN" altLang="en-US" sz="3200" b="1" kern="0" spc="150" dirty="0">
              <a:ln>
                <a:noFill/>
                <a:prstDash val="sysDot"/>
              </a:ln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7"/>
          <p:cNvSpPr/>
          <p:nvPr/>
        </p:nvSpPr>
        <p:spPr>
          <a:xfrm>
            <a:off x="7125591" y="7315200"/>
            <a:ext cx="5144143" cy="3556000"/>
          </a:xfrm>
          <a:prstGeom prst="rect">
            <a:avLst/>
          </a:prstGeom>
          <a:noFill/>
        </p:spPr>
        <p:txBody>
          <a:bodyPr/>
          <a:lstStyle/>
          <a:p>
            <a:endParaRPr lang="en-ID"/>
          </a:p>
        </p:txBody>
      </p:sp>
      <p:sp>
        <p:nvSpPr>
          <p:cNvPr id="27" name="Shape 18"/>
          <p:cNvSpPr/>
          <p:nvPr/>
        </p:nvSpPr>
        <p:spPr>
          <a:xfrm>
            <a:off x="22354794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28" name="Shape 19"/>
          <p:cNvSpPr/>
          <p:nvPr/>
        </p:nvSpPr>
        <p:spPr>
          <a:xfrm>
            <a:off x="22625762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29" name="Shape 20"/>
          <p:cNvSpPr/>
          <p:nvPr/>
        </p:nvSpPr>
        <p:spPr>
          <a:xfrm>
            <a:off x="22761245" y="1528233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30" name="Shape 21"/>
          <p:cNvSpPr/>
          <p:nvPr/>
        </p:nvSpPr>
        <p:spPr>
          <a:xfrm>
            <a:off x="22473343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pic>
        <p:nvPicPr>
          <p:cNvPr id="2" name="图片 1" descr="竖线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48310" y="852805"/>
            <a:ext cx="914400" cy="1384935"/>
          </a:xfrm>
          <a:prstGeom prst="rect">
            <a:avLst/>
          </a:prstGeom>
        </p:spPr>
      </p:pic>
      <p:sp>
        <p:nvSpPr>
          <p:cNvPr id="25" name="Text 5"/>
          <p:cNvSpPr/>
          <p:nvPr/>
        </p:nvSpPr>
        <p:spPr>
          <a:xfrm>
            <a:off x="1213485" y="880745"/>
            <a:ext cx="18322290" cy="16338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0"/>
              </a:lnSpc>
              <a:buNone/>
            </a:pPr>
            <a:r>
              <a:rPr lang="en-US" sz="8600" kern="0" spc="-258" dirty="0">
                <a:solidFill>
                  <a:srgbClr val="FFFFFF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  <a:cs typeface="Archivo Bold" pitchFamily="34" charset="-120"/>
              </a:rPr>
              <a:t> </a:t>
            </a:r>
            <a:r>
              <a:rPr lang="zh-CN" altLang="en-US" sz="8600" b="1" kern="0" spc="-258" dirty="0">
                <a:solidFill>
                  <a:srgbClr val="FFFFFF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  <a:cs typeface="Archivo Bold" pitchFamily="34" charset="-120"/>
              </a:rPr>
              <a:t>破局之道：</a:t>
            </a:r>
            <a:r>
              <a:rPr lang="zh-CN" altLang="en-US" sz="8600" b="1" kern="0" spc="-258" dirty="0">
                <a:solidFill>
                  <a:schemeClr val="bg1">
                    <a:alpha val="100000"/>
                  </a:schemeClr>
                </a:solidFill>
                <a:latin typeface="STZhongsong" panose="02010600040101010101" pitchFamily="2" charset="-122"/>
                <a:ea typeface="STZhongsong" panose="02010600040101010101" pitchFamily="2" charset="-122"/>
                <a:cs typeface="Archivo Bold" pitchFamily="34" charset="-120"/>
              </a:rPr>
              <a:t>我们需要怎样的知识系统？</a:t>
            </a:r>
          </a:p>
        </p:txBody>
      </p:sp>
      <p:sp>
        <p:nvSpPr>
          <p:cNvPr id="23" name="矩形 22"/>
          <p:cNvSpPr/>
          <p:nvPr>
            <p:custDataLst>
              <p:tags r:id="rId2"/>
            </p:custDataLst>
          </p:nvPr>
        </p:nvSpPr>
        <p:spPr>
          <a:xfrm>
            <a:off x="17569234" y="8236786"/>
            <a:ext cx="3374240" cy="103259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66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赋能</a:t>
            </a:r>
          </a:p>
        </p:txBody>
      </p:sp>
      <p:sp>
        <p:nvSpPr>
          <p:cNvPr id="24" name="矩形 23"/>
          <p:cNvSpPr/>
          <p:nvPr>
            <p:custDataLst>
              <p:tags r:id="rId3"/>
            </p:custDataLst>
          </p:nvPr>
        </p:nvSpPr>
        <p:spPr>
          <a:xfrm>
            <a:off x="3307874" y="8209613"/>
            <a:ext cx="3374240" cy="103259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6600" b="1">
                <a:solidFill>
                  <a:srgbClr val="5780CA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产生</a:t>
            </a:r>
          </a:p>
        </p:txBody>
      </p:sp>
      <p:sp>
        <p:nvSpPr>
          <p:cNvPr id="31" name="矩形 30"/>
          <p:cNvSpPr/>
          <p:nvPr>
            <p:custDataLst>
              <p:tags r:id="rId4"/>
            </p:custDataLst>
          </p:nvPr>
        </p:nvSpPr>
        <p:spPr>
          <a:xfrm>
            <a:off x="17569234" y="9354444"/>
            <a:ext cx="3374240" cy="15453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单击此处输入你的智能图形项正文</a:t>
            </a:r>
          </a:p>
        </p:txBody>
      </p:sp>
      <p:sp>
        <p:nvSpPr>
          <p:cNvPr id="32" name="矩形 31"/>
          <p:cNvSpPr/>
          <p:nvPr>
            <p:custDataLst>
              <p:tags r:id="rId5"/>
            </p:custDataLst>
          </p:nvPr>
        </p:nvSpPr>
        <p:spPr>
          <a:xfrm>
            <a:off x="6949122" y="5511166"/>
            <a:ext cx="3374240" cy="103259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66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沉淀</a:t>
            </a:r>
          </a:p>
        </p:txBody>
      </p:sp>
      <p:cxnSp>
        <p:nvCxnSpPr>
          <p:cNvPr id="34" name="肘形连接符 33"/>
          <p:cNvCxnSpPr/>
          <p:nvPr>
            <p:custDataLst>
              <p:tags r:id="rId6"/>
            </p:custDataLst>
          </p:nvPr>
        </p:nvCxnSpPr>
        <p:spPr>
          <a:xfrm rot="16200000">
            <a:off x="15356367" y="10231085"/>
            <a:ext cx="2731527" cy="746680"/>
          </a:xfrm>
          <a:prstGeom prst="bentConnector2">
            <a:avLst/>
          </a:prstGeom>
          <a:ln w="12700">
            <a:solidFill>
              <a:schemeClr val="tx1">
                <a:lumMod val="50000"/>
                <a:lumOff val="50000"/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椭圆 3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 flipH="1">
            <a:off x="17095470" y="9171318"/>
            <a:ext cx="132323" cy="133505"/>
          </a:xfrm>
          <a:prstGeom prst="ellipse">
            <a:avLst/>
          </a:prstGeom>
          <a:solidFill>
            <a:schemeClr val="accent2"/>
          </a:solidFill>
          <a:ln w="53975">
            <a:solidFill>
              <a:schemeClr val="accent2">
                <a:alpha val="44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cxnSp>
        <p:nvCxnSpPr>
          <p:cNvPr id="36" name="肘形连接符 35"/>
          <p:cNvCxnSpPr/>
          <p:nvPr>
            <p:custDataLst>
              <p:tags r:id="rId8"/>
            </p:custDataLst>
          </p:nvPr>
        </p:nvCxnSpPr>
        <p:spPr>
          <a:xfrm>
            <a:off x="7122797" y="9238661"/>
            <a:ext cx="855374" cy="2517684"/>
          </a:xfrm>
          <a:prstGeom prst="bentConnector2">
            <a:avLst/>
          </a:prstGeom>
          <a:ln w="12700">
            <a:solidFill>
              <a:schemeClr val="tx1">
                <a:lumMod val="50000"/>
                <a:lumOff val="50000"/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椭圆 3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6989292" y="9171318"/>
            <a:ext cx="133505" cy="133505"/>
          </a:xfrm>
          <a:prstGeom prst="ellipse">
            <a:avLst/>
          </a:prstGeom>
          <a:solidFill>
            <a:schemeClr val="accent1"/>
          </a:solidFill>
          <a:ln w="53975">
            <a:solidFill>
              <a:schemeClr val="accent1">
                <a:alpha val="44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cxnSp>
        <p:nvCxnSpPr>
          <p:cNvPr id="38" name="肘形连接符 37"/>
          <p:cNvCxnSpPr/>
          <p:nvPr>
            <p:custDataLst>
              <p:tags r:id="rId10"/>
            </p:custDataLst>
          </p:nvPr>
        </p:nvCxnSpPr>
        <p:spPr>
          <a:xfrm>
            <a:off x="10596278" y="6523674"/>
            <a:ext cx="568281" cy="2976089"/>
          </a:xfrm>
          <a:prstGeom prst="bentConnector2">
            <a:avLst/>
          </a:prstGeom>
          <a:ln w="12700">
            <a:solidFill>
              <a:schemeClr val="tx1">
                <a:lumMod val="50000"/>
                <a:lumOff val="50000"/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肘形连接符 64"/>
          <p:cNvCxnSpPr/>
          <p:nvPr>
            <p:custDataLst>
              <p:tags r:id="rId11"/>
            </p:custDataLst>
          </p:nvPr>
        </p:nvCxnSpPr>
        <p:spPr>
          <a:xfrm rot="16200000">
            <a:off x="11860437" y="7729941"/>
            <a:ext cx="3197021" cy="648620"/>
          </a:xfrm>
          <a:prstGeom prst="bentConnector3">
            <a:avLst>
              <a:gd name="adj1" fmla="val 98355"/>
            </a:avLst>
          </a:prstGeom>
          <a:ln w="12700">
            <a:solidFill>
              <a:schemeClr val="tx1">
                <a:lumMod val="50000"/>
                <a:lumOff val="50000"/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任意多边形 38"/>
          <p:cNvSpPr/>
          <p:nvPr>
            <p:custDataLst>
              <p:tags r:id="rId12"/>
            </p:custDataLst>
          </p:nvPr>
        </p:nvSpPr>
        <p:spPr>
          <a:xfrm>
            <a:off x="7037732" y="10129479"/>
            <a:ext cx="3853911" cy="3217106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974" h="3317">
                <a:moveTo>
                  <a:pt x="1415" y="0"/>
                </a:moveTo>
                <a:lnTo>
                  <a:pt x="3974" y="2560"/>
                </a:lnTo>
                <a:lnTo>
                  <a:pt x="3968" y="2567"/>
                </a:lnTo>
                <a:cubicBezTo>
                  <a:pt x="3800" y="2777"/>
                  <a:pt x="3682" y="3028"/>
                  <a:pt x="3632" y="3303"/>
                </a:cubicBezTo>
                <a:lnTo>
                  <a:pt x="3630" y="3317"/>
                </a:lnTo>
                <a:lnTo>
                  <a:pt x="0" y="3317"/>
                </a:lnTo>
                <a:lnTo>
                  <a:pt x="3" y="3256"/>
                </a:lnTo>
                <a:cubicBezTo>
                  <a:pt x="82" y="2013"/>
                  <a:pt x="593" y="887"/>
                  <a:pt x="1388" y="28"/>
                </a:cubicBezTo>
                <a:lnTo>
                  <a:pt x="1415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1">
                <a:lumMod val="20000"/>
                <a:lumOff val="80000"/>
                <a:alpha val="30000"/>
              </a:schemeClr>
            </a:innerShdw>
          </a:effectLst>
        </p:spPr>
        <p:txBody>
          <a:bodyPr wrap="square" lIns="71437" tIns="71437" rIns="71437" bIns="71437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en-US" sz="2800" dirty="0">
              <a:solidFill>
                <a:schemeClr val="tx1"/>
              </a:solidFill>
              <a:latin typeface="+mj-lt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0" name="任意多边形 39"/>
          <p:cNvSpPr/>
          <p:nvPr>
            <p:custDataLst>
              <p:tags r:id="rId13"/>
            </p:custDataLst>
          </p:nvPr>
        </p:nvSpPr>
        <p:spPr>
          <a:xfrm>
            <a:off x="12269221" y="8522698"/>
            <a:ext cx="3332889" cy="385391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436" h="3973">
                <a:moveTo>
                  <a:pt x="0" y="0"/>
                </a:moveTo>
                <a:lnTo>
                  <a:pt x="45" y="1"/>
                </a:lnTo>
                <a:cubicBezTo>
                  <a:pt x="1352" y="49"/>
                  <a:pt x="2536" y="574"/>
                  <a:pt x="3430" y="1407"/>
                </a:cubicBezTo>
                <a:lnTo>
                  <a:pt x="3436" y="1413"/>
                </a:lnTo>
                <a:lnTo>
                  <a:pt x="876" y="3973"/>
                </a:lnTo>
                <a:lnTo>
                  <a:pt x="874" y="3972"/>
                </a:lnTo>
                <a:cubicBezTo>
                  <a:pt x="639" y="3783"/>
                  <a:pt x="351" y="3658"/>
                  <a:pt x="36" y="3622"/>
                </a:cubicBezTo>
                <a:lnTo>
                  <a:pt x="0" y="36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1">
                <a:lumMod val="20000"/>
                <a:lumOff val="80000"/>
                <a:alpha val="30000"/>
              </a:schemeClr>
            </a:innerShdw>
          </a:effectLst>
        </p:spPr>
        <p:txBody>
          <a:bodyPr wrap="square" lIns="71437" tIns="71437" rIns="71437" bIns="71437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en-US" sz="2800" dirty="0">
              <a:solidFill>
                <a:schemeClr val="tx1"/>
              </a:solidFill>
              <a:latin typeface="+mj-lt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1" name="任意多边形 40"/>
          <p:cNvSpPr/>
          <p:nvPr>
            <p:custDataLst>
              <p:tags r:id="rId14"/>
            </p:custDataLst>
          </p:nvPr>
        </p:nvSpPr>
        <p:spPr>
          <a:xfrm>
            <a:off x="8614976" y="8522698"/>
            <a:ext cx="3363607" cy="388108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468" h="4001">
                <a:moveTo>
                  <a:pt x="3468" y="0"/>
                </a:moveTo>
                <a:lnTo>
                  <a:pt x="3468" y="3619"/>
                </a:lnTo>
                <a:lnTo>
                  <a:pt x="3432" y="3622"/>
                </a:lnTo>
                <a:cubicBezTo>
                  <a:pt x="3102" y="3660"/>
                  <a:pt x="2802" y="3795"/>
                  <a:pt x="2561" y="3998"/>
                </a:cubicBezTo>
                <a:lnTo>
                  <a:pt x="2558" y="4001"/>
                </a:lnTo>
                <a:lnTo>
                  <a:pt x="0" y="1443"/>
                </a:lnTo>
                <a:lnTo>
                  <a:pt x="18" y="1426"/>
                </a:lnTo>
                <a:cubicBezTo>
                  <a:pt x="914" y="582"/>
                  <a:pt x="2106" y="49"/>
                  <a:pt x="3423" y="1"/>
                </a:cubicBezTo>
                <a:lnTo>
                  <a:pt x="3468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80000"/>
                  <a:lumOff val="2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42" name="任意多边形 41"/>
          <p:cNvSpPr/>
          <p:nvPr>
            <p:custDataLst>
              <p:tags r:id="rId15"/>
            </p:custDataLst>
          </p:nvPr>
        </p:nvSpPr>
        <p:spPr>
          <a:xfrm>
            <a:off x="13328987" y="10098761"/>
            <a:ext cx="3881084" cy="324782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4002" h="3348">
                <a:moveTo>
                  <a:pt x="2558" y="0"/>
                </a:moveTo>
                <a:lnTo>
                  <a:pt x="2589" y="33"/>
                </a:lnTo>
                <a:cubicBezTo>
                  <a:pt x="3398" y="896"/>
                  <a:pt x="3919" y="2032"/>
                  <a:pt x="3999" y="3287"/>
                </a:cubicBezTo>
                <a:lnTo>
                  <a:pt x="4002" y="3348"/>
                </a:lnTo>
                <a:lnTo>
                  <a:pt x="372" y="3348"/>
                </a:lnTo>
                <a:lnTo>
                  <a:pt x="370" y="3335"/>
                </a:lnTo>
                <a:cubicBezTo>
                  <a:pt x="318" y="3048"/>
                  <a:pt x="193" y="2787"/>
                  <a:pt x="13" y="2573"/>
                </a:cubicBezTo>
                <a:lnTo>
                  <a:pt x="0" y="2558"/>
                </a:lnTo>
                <a:lnTo>
                  <a:pt x="2558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80000"/>
                  <a:lumOff val="2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43" name="椭圆 42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0462774" y="6456331"/>
            <a:ext cx="133505" cy="133505"/>
          </a:xfrm>
          <a:prstGeom prst="ellipse">
            <a:avLst/>
          </a:prstGeom>
          <a:solidFill>
            <a:schemeClr val="accent2"/>
          </a:solidFill>
          <a:ln w="53975">
            <a:solidFill>
              <a:schemeClr val="accent2">
                <a:alpha val="44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6" name="椭圆 65"/>
          <p:cNvSpPr>
            <a:spLocks noChangeAspect="1"/>
          </p:cNvSpPr>
          <p:nvPr>
            <p:custDataLst>
              <p:tags r:id="rId17"/>
            </p:custDataLst>
          </p:nvPr>
        </p:nvSpPr>
        <p:spPr>
          <a:xfrm flipH="1">
            <a:off x="13717686" y="6456331"/>
            <a:ext cx="133505" cy="133505"/>
          </a:xfrm>
          <a:prstGeom prst="ellipse">
            <a:avLst/>
          </a:prstGeom>
          <a:solidFill>
            <a:schemeClr val="accent1"/>
          </a:solidFill>
          <a:ln w="53975">
            <a:solidFill>
              <a:schemeClr val="accent1">
                <a:alpha val="44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5" name="矩形 44"/>
          <p:cNvSpPr/>
          <p:nvPr>
            <p:custDataLst>
              <p:tags r:id="rId18"/>
            </p:custDataLst>
          </p:nvPr>
        </p:nvSpPr>
        <p:spPr>
          <a:xfrm>
            <a:off x="14194995" y="5533614"/>
            <a:ext cx="3374240" cy="103259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6600" b="1">
                <a:solidFill>
                  <a:srgbClr val="6087CD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共享</a:t>
            </a:r>
          </a:p>
        </p:txBody>
      </p:sp>
      <p:sp>
        <p:nvSpPr>
          <p:cNvPr id="46" name="矩形 45"/>
          <p:cNvSpPr/>
          <p:nvPr>
            <p:custDataLst>
              <p:tags r:id="rId19"/>
            </p:custDataLst>
          </p:nvPr>
        </p:nvSpPr>
        <p:spPr>
          <a:xfrm>
            <a:off x="14194995" y="6651271"/>
            <a:ext cx="3374240" cy="15453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单击此处输入你的智能图形项正文</a:t>
            </a:r>
          </a:p>
        </p:txBody>
      </p:sp>
      <p:pic>
        <p:nvPicPr>
          <p:cNvPr id="50" name="图片 49" descr="1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178800" y="11760200"/>
            <a:ext cx="914400" cy="914400"/>
          </a:xfrm>
          <a:prstGeom prst="rect">
            <a:avLst/>
          </a:prstGeom>
        </p:spPr>
      </p:pic>
      <p:pic>
        <p:nvPicPr>
          <p:cNvPr id="51" name="图片 50" descr="2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250170" y="9843770"/>
            <a:ext cx="914400" cy="914400"/>
          </a:xfrm>
          <a:prstGeom prst="rect">
            <a:avLst/>
          </a:prstGeom>
        </p:spPr>
      </p:pic>
      <p:pic>
        <p:nvPicPr>
          <p:cNvPr id="52" name="图片 51" descr="3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2936855" y="9843770"/>
            <a:ext cx="914400" cy="914400"/>
          </a:xfrm>
          <a:prstGeom prst="rect">
            <a:avLst/>
          </a:prstGeom>
        </p:spPr>
      </p:pic>
      <p:pic>
        <p:nvPicPr>
          <p:cNvPr id="53" name="图片 52" descr="4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5072995" y="11756390"/>
            <a:ext cx="914400" cy="914400"/>
          </a:xfrm>
          <a:prstGeom prst="rect">
            <a:avLst/>
          </a:prstGeom>
        </p:spPr>
      </p:pic>
      <p:sp>
        <p:nvSpPr>
          <p:cNvPr id="54" name="文本框 53"/>
          <p:cNvSpPr txBox="1"/>
          <p:nvPr/>
        </p:nvSpPr>
        <p:spPr>
          <a:xfrm>
            <a:off x="492760" y="2542540"/>
            <a:ext cx="2317178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0" algn="l" fontAlgn="auto">
              <a:lnSpc>
                <a:spcPct val="120000"/>
              </a:lnSpc>
              <a:buClr>
                <a:srgbClr val="FFFFFF"/>
              </a:buClr>
              <a:buFont typeface="Arial" panose="020B0604020202020204"/>
              <a:buNone/>
            </a:pPr>
            <a:r>
              <a:rPr lang="en-US" sz="4000" b="1" dirty="0" err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Noto Sans SC" panose="020B0200000000000000" charset="-122"/>
              </a:rPr>
              <a:t>以安全合规为基石，以数据洞察为指引，打通</a:t>
            </a:r>
            <a:r>
              <a:rPr lang="zh-CN" altLang="en-US" sz="4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Noto Sans SC" panose="020B0200000000000000" charset="-122"/>
              </a:rPr>
              <a:t>不同</a:t>
            </a:r>
            <a:r>
              <a:rPr lang="en-US" sz="4000" b="1" dirty="0" err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Noto Sans SC" panose="020B0200000000000000" charset="-122"/>
              </a:rPr>
              <a:t>角色间的知识流转链路，</a:t>
            </a:r>
            <a:r>
              <a:rPr lang="en-US" sz="4000" b="1" dirty="0" err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实现</a:t>
            </a:r>
            <a:r>
              <a:rPr lang="zh-CN" altLang="en-US" sz="4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知识</a:t>
            </a:r>
            <a:r>
              <a:rPr lang="en-US" sz="4000" b="1" dirty="0" err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从产生、审核、沉淀，到共享、复用，最终反哺业务的</a:t>
            </a:r>
            <a:r>
              <a:rPr lang="zh-CN" altLang="en-US" sz="4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全生命周期利用</a:t>
            </a:r>
            <a:r>
              <a:rPr lang="en-US" sz="4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，</a:t>
            </a:r>
            <a:r>
              <a:rPr lang="zh-CN" altLang="en-US" sz="4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将个人</a:t>
            </a:r>
            <a:r>
              <a:rPr lang="en-US" sz="4000" b="1" dirty="0" err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经验</a:t>
            </a:r>
            <a:r>
              <a:rPr lang="zh-CN" altLang="en-US" sz="4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转化</a:t>
            </a:r>
            <a:r>
              <a:rPr lang="en-US" sz="4000" b="1" dirty="0" err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为</a:t>
            </a:r>
            <a:r>
              <a:rPr lang="zh-CN" altLang="en-US" sz="4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组织</a:t>
            </a:r>
            <a:r>
              <a:rPr lang="en-US" sz="4000" b="1" dirty="0" err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资产</a:t>
            </a:r>
            <a:r>
              <a:rPr lang="zh-CN" altLang="en-US" sz="4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。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1553845" y="9499600"/>
            <a:ext cx="5128260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sz="32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建立标准化的知识采集与录入流程，覆盖项目产出</a:t>
            </a:r>
            <a:r>
              <a:rPr lang="zh-CN" altLang="en-US" sz="32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、技术培训</a:t>
            </a:r>
            <a:r>
              <a:rPr lang="en-US" sz="32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等多元场景</a:t>
            </a:r>
            <a:r>
              <a:rPr lang="zh-CN" altLang="en-US" sz="32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。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050540" y="5161280"/>
            <a:ext cx="5128260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sz="32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实施分级审核机制与质量校验规范，过滤无效信息，沉淀高价值知识资产，构建结构化、规范化的企业知识库。</a:t>
            </a:r>
            <a:endParaRPr lang="en-US" altLang="zh-CN" sz="32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16594455" y="5161280"/>
            <a:ext cx="5128260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sz="32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搭建高效的知识共享渠道与协作平台，打破部门信息壁垒，</a:t>
            </a:r>
            <a:r>
              <a:rPr lang="zh-CN" altLang="en-US" sz="32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鼓励评价与反馈，</a:t>
            </a:r>
            <a:r>
              <a:rPr lang="en-US" sz="32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让知识自由流动，便捷获取。</a:t>
            </a:r>
            <a:endParaRPr lang="en-US" altLang="zh-CN" sz="32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17842230" y="9499600"/>
            <a:ext cx="5128260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sz="32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推动知识复用</a:t>
            </a:r>
            <a:r>
              <a:rPr lang="zh-CN" altLang="en-US" sz="32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，</a:t>
            </a:r>
            <a:r>
              <a:rPr lang="en-US" sz="32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Inter"/>
              </a:rPr>
              <a:t>结合数据分析洞察知识应用效果，持续迭代优化知识体系，赋能业务决策与创新。</a:t>
            </a:r>
            <a:endParaRPr lang="en-US" altLang="zh-CN" sz="32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3724255" y="3792855"/>
            <a:ext cx="9277985" cy="5683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l" fontAlgn="auto">
              <a:lnSpc>
                <a:spcPct val="150000"/>
              </a:lnSpc>
              <a:buNone/>
            </a:pPr>
            <a:r>
              <a:rPr lang="en-US" altLang="zh-CN" sz="13800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PART 4</a:t>
            </a:r>
          </a:p>
          <a:p>
            <a:pPr indent="0" algn="l" fontAlgn="auto">
              <a:lnSpc>
                <a:spcPct val="150000"/>
              </a:lnSpc>
              <a:buNone/>
            </a:pPr>
            <a:r>
              <a:rPr lang="zh-CN" altLang="en-US" sz="13800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产品与服务</a:t>
            </a:r>
          </a:p>
        </p:txBody>
      </p:sp>
      <p:pic>
        <p:nvPicPr>
          <p:cNvPr id="6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191" y="8223250"/>
            <a:ext cx="8675184" cy="12700"/>
          </a:xfrm>
          <a:prstGeom prst="rect">
            <a:avLst/>
          </a:prstGeom>
        </p:spPr>
      </p:pic>
      <p:pic>
        <p:nvPicPr>
          <p:cNvPr id="9" name="Image 1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191" y="9759950"/>
            <a:ext cx="8675184" cy="12700"/>
          </a:xfrm>
          <a:prstGeom prst="rect">
            <a:avLst/>
          </a:prstGeom>
        </p:spPr>
      </p:pic>
      <p:grpSp>
        <p:nvGrpSpPr>
          <p:cNvPr id="29" name="组合 28"/>
          <p:cNvGrpSpPr/>
          <p:nvPr/>
        </p:nvGrpSpPr>
        <p:grpSpPr>
          <a:xfrm>
            <a:off x="2762885" y="5156200"/>
            <a:ext cx="8999220" cy="4762500"/>
            <a:chOff x="21283" y="8120"/>
            <a:chExt cx="14172" cy="7500"/>
          </a:xfrm>
        </p:grpSpPr>
        <p:pic>
          <p:nvPicPr>
            <p:cNvPr id="13" name="Image 3" descr=" 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2163" y="10300"/>
              <a:ext cx="13292" cy="20"/>
            </a:xfrm>
            <a:prstGeom prst="rect">
              <a:avLst/>
            </a:prstGeom>
          </p:spPr>
        </p:pic>
        <p:pic>
          <p:nvPicPr>
            <p:cNvPr id="14" name="Image 4" descr=" 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2163" y="12950"/>
              <a:ext cx="13292" cy="20"/>
            </a:xfrm>
            <a:prstGeom prst="rect">
              <a:avLst/>
            </a:prstGeom>
          </p:spPr>
        </p:pic>
        <p:pic>
          <p:nvPicPr>
            <p:cNvPr id="15" name="Image 5" descr=" 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2163" y="15600"/>
              <a:ext cx="13292" cy="20"/>
            </a:xfrm>
            <a:prstGeom prst="rect">
              <a:avLst/>
            </a:prstGeom>
          </p:spPr>
        </p:pic>
        <p:pic>
          <p:nvPicPr>
            <p:cNvPr id="17" name="Image 7" descr=" 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1283" y="10800"/>
              <a:ext cx="4561" cy="4560"/>
            </a:xfrm>
            <a:prstGeom prst="rect">
              <a:avLst/>
            </a:prstGeom>
          </p:spPr>
        </p:pic>
        <p:pic>
          <p:nvPicPr>
            <p:cNvPr id="18" name="Image 8" descr=" 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9324" y="10800"/>
              <a:ext cx="4561" cy="4560"/>
            </a:xfrm>
            <a:prstGeom prst="rect">
              <a:avLst/>
            </a:prstGeom>
          </p:spPr>
        </p:pic>
        <p:pic>
          <p:nvPicPr>
            <p:cNvPr id="20" name="Image 10" descr=" 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3963" y="8120"/>
              <a:ext cx="4561" cy="7240"/>
            </a:xfrm>
            <a:prstGeom prst="rect">
              <a:avLst/>
            </a:prstGeom>
          </p:spPr>
        </p:pic>
      </p:grpSp>
      <p:grpSp>
        <p:nvGrpSpPr>
          <p:cNvPr id="23" name="组合 22"/>
          <p:cNvGrpSpPr/>
          <p:nvPr/>
        </p:nvGrpSpPr>
        <p:grpSpPr>
          <a:xfrm>
            <a:off x="2235835" y="3238500"/>
            <a:ext cx="9754235" cy="8432800"/>
            <a:chOff x="21203" y="5360"/>
            <a:chExt cx="15361" cy="13280"/>
          </a:xfrm>
        </p:grpSpPr>
        <p:pic>
          <p:nvPicPr>
            <p:cNvPr id="12" name="Image 2" descr=" 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1203" y="5360"/>
              <a:ext cx="14802" cy="13280"/>
            </a:xfrm>
            <a:prstGeom prst="rect">
              <a:avLst/>
            </a:prstGeom>
          </p:spPr>
        </p:pic>
        <p:pic>
          <p:nvPicPr>
            <p:cNvPr id="16" name="Image 6" descr=" 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1283" y="8120"/>
              <a:ext cx="4561" cy="4560"/>
            </a:xfrm>
            <a:prstGeom prst="rect">
              <a:avLst/>
            </a:prstGeom>
          </p:spPr>
        </p:pic>
        <p:pic>
          <p:nvPicPr>
            <p:cNvPr id="19" name="Image 9" descr=" 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32004" y="8120"/>
              <a:ext cx="4561" cy="4560"/>
            </a:xfrm>
            <a:prstGeom prst="rect">
              <a:avLst/>
            </a:prstGeom>
          </p:spPr>
        </p:pic>
        <p:pic>
          <p:nvPicPr>
            <p:cNvPr id="21" name="Image 11" descr=" 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6643" y="10800"/>
              <a:ext cx="4561" cy="7240"/>
            </a:xfrm>
            <a:prstGeom prst="rect">
              <a:avLst/>
            </a:prstGeom>
          </p:spPr>
        </p:pic>
        <p:pic>
          <p:nvPicPr>
            <p:cNvPr id="22" name="Image 12" descr=" 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21283" y="13480"/>
              <a:ext cx="4561" cy="4560"/>
            </a:xfrm>
            <a:prstGeom prst="rect">
              <a:avLst/>
            </a:prstGeom>
          </p:spPr>
        </p:pic>
      </p:grpSp>
      <p:sp>
        <p:nvSpPr>
          <p:cNvPr id="25" name="Shape 9"/>
          <p:cNvSpPr/>
          <p:nvPr/>
        </p:nvSpPr>
        <p:spPr>
          <a:xfrm>
            <a:off x="22354794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26" name="Shape 10"/>
          <p:cNvSpPr/>
          <p:nvPr/>
        </p:nvSpPr>
        <p:spPr>
          <a:xfrm>
            <a:off x="22625763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27" name="Shape 11"/>
          <p:cNvSpPr/>
          <p:nvPr/>
        </p:nvSpPr>
        <p:spPr>
          <a:xfrm>
            <a:off x="22761245" y="1528233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28" name="Shape 12"/>
          <p:cNvSpPr/>
          <p:nvPr/>
        </p:nvSpPr>
        <p:spPr>
          <a:xfrm>
            <a:off x="22473344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17159845" y="7315200"/>
            <a:ext cx="5144143" cy="3556000"/>
          </a:xfrm>
          <a:prstGeom prst="rect">
            <a:avLst/>
          </a:prstGeom>
          <a:noFill/>
        </p:spPr>
        <p:txBody>
          <a:bodyPr/>
          <a:lstStyle/>
          <a:p>
            <a:endParaRPr lang="en-ID"/>
          </a:p>
        </p:txBody>
      </p:sp>
      <p:sp>
        <p:nvSpPr>
          <p:cNvPr id="8" name="Shape 3"/>
          <p:cNvSpPr/>
          <p:nvPr/>
        </p:nvSpPr>
        <p:spPr>
          <a:xfrm>
            <a:off x="12142718" y="7315200"/>
            <a:ext cx="5144143" cy="3556000"/>
          </a:xfrm>
          <a:prstGeom prst="rect">
            <a:avLst/>
          </a:prstGeom>
          <a:noFill/>
        </p:spPr>
        <p:txBody>
          <a:bodyPr/>
          <a:lstStyle/>
          <a:p>
            <a:endParaRPr lang="en-ID"/>
          </a:p>
        </p:txBody>
      </p:sp>
      <p:sp>
        <p:nvSpPr>
          <p:cNvPr id="13" name="Shape 7"/>
          <p:cNvSpPr/>
          <p:nvPr/>
        </p:nvSpPr>
        <p:spPr>
          <a:xfrm>
            <a:off x="7125591" y="7315200"/>
            <a:ext cx="5144143" cy="3556000"/>
          </a:xfrm>
          <a:prstGeom prst="rect">
            <a:avLst/>
          </a:prstGeom>
          <a:noFill/>
        </p:spPr>
        <p:txBody>
          <a:bodyPr/>
          <a:lstStyle/>
          <a:p>
            <a:endParaRPr lang="en-ID"/>
          </a:p>
        </p:txBody>
      </p:sp>
      <p:sp>
        <p:nvSpPr>
          <p:cNvPr id="18" name="Shape 11"/>
          <p:cNvSpPr/>
          <p:nvPr/>
        </p:nvSpPr>
        <p:spPr>
          <a:xfrm>
            <a:off x="2108464" y="7315200"/>
            <a:ext cx="5144143" cy="3556000"/>
          </a:xfrm>
          <a:prstGeom prst="rect">
            <a:avLst/>
          </a:prstGeom>
          <a:noFill/>
        </p:spPr>
        <p:txBody>
          <a:bodyPr/>
          <a:lstStyle/>
          <a:p>
            <a:endParaRPr lang="en-ID"/>
          </a:p>
        </p:txBody>
      </p:sp>
      <p:sp>
        <p:nvSpPr>
          <p:cNvPr id="27" name="Shape 18"/>
          <p:cNvSpPr/>
          <p:nvPr/>
        </p:nvSpPr>
        <p:spPr>
          <a:xfrm>
            <a:off x="22354794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28" name="Shape 19"/>
          <p:cNvSpPr/>
          <p:nvPr/>
        </p:nvSpPr>
        <p:spPr>
          <a:xfrm>
            <a:off x="22625762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29" name="Shape 20"/>
          <p:cNvSpPr/>
          <p:nvPr/>
        </p:nvSpPr>
        <p:spPr>
          <a:xfrm>
            <a:off x="22761245" y="1528233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30" name="Shape 21"/>
          <p:cNvSpPr/>
          <p:nvPr/>
        </p:nvSpPr>
        <p:spPr>
          <a:xfrm>
            <a:off x="22473343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pic>
        <p:nvPicPr>
          <p:cNvPr id="2" name="图片 1" descr="竖线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8310" y="852805"/>
            <a:ext cx="914400" cy="1384935"/>
          </a:xfrm>
          <a:prstGeom prst="rect">
            <a:avLst/>
          </a:prstGeom>
        </p:spPr>
      </p:pic>
      <p:sp>
        <p:nvSpPr>
          <p:cNvPr id="25" name="Text 5"/>
          <p:cNvSpPr/>
          <p:nvPr/>
        </p:nvSpPr>
        <p:spPr>
          <a:xfrm>
            <a:off x="1213485" y="880745"/>
            <a:ext cx="5531485" cy="16338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0"/>
              </a:lnSpc>
              <a:buNone/>
            </a:pPr>
            <a:r>
              <a:rPr lang="zh-CN" altLang="en-US" sz="8600" b="1" kern="0" spc="-258" dirty="0">
                <a:solidFill>
                  <a:srgbClr val="FFFFFF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  <a:cs typeface="Archivo Bold" pitchFamily="34" charset="-120"/>
              </a:rPr>
              <a:t>产品定位</a:t>
            </a:r>
            <a:endParaRPr lang="zh-CN" altLang="en-US" sz="8600" b="1" kern="0" spc="-258" dirty="0">
              <a:solidFill>
                <a:schemeClr val="bg1">
                  <a:alpha val="100000"/>
                </a:schemeClr>
              </a:solidFill>
              <a:latin typeface="STZhongsong" panose="02010600040101010101" pitchFamily="2" charset="-122"/>
              <a:ea typeface="STZhongsong" panose="02010600040101010101" pitchFamily="2" charset="-122"/>
              <a:cs typeface="Archivo Bold" pitchFamily="34" charset="-120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1363537" y="3546475"/>
            <a:ext cx="21338667" cy="4470400"/>
            <a:chOff x="2420" y="10800"/>
            <a:chExt cx="33604" cy="7040"/>
          </a:xfrm>
        </p:grpSpPr>
        <p:pic>
          <p:nvPicPr>
            <p:cNvPr id="3" name="Image 1" descr=" 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20" y="10800"/>
              <a:ext cx="33604" cy="7040"/>
            </a:xfrm>
            <a:prstGeom prst="rect">
              <a:avLst/>
            </a:prstGeom>
          </p:spPr>
        </p:pic>
        <p:pic>
          <p:nvPicPr>
            <p:cNvPr id="5" name="Image 2" descr=" 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7023" y="11520"/>
              <a:ext cx="8101" cy="5600"/>
            </a:xfrm>
            <a:prstGeom prst="rect">
              <a:avLst/>
            </a:prstGeom>
          </p:spPr>
        </p:pic>
        <p:pic>
          <p:nvPicPr>
            <p:cNvPr id="9" name="Image 3" descr=" 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9122" y="11520"/>
              <a:ext cx="8101" cy="5600"/>
            </a:xfrm>
            <a:prstGeom prst="rect">
              <a:avLst/>
            </a:prstGeom>
          </p:spPr>
        </p:pic>
        <p:pic>
          <p:nvPicPr>
            <p:cNvPr id="14" name="Image 4" descr=" 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221" y="11520"/>
              <a:ext cx="8101" cy="5600"/>
            </a:xfrm>
            <a:prstGeom prst="rect">
              <a:avLst/>
            </a:prstGeom>
          </p:spPr>
        </p:pic>
        <p:pic>
          <p:nvPicPr>
            <p:cNvPr id="19" name="Image 5" descr=" 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320" y="11520"/>
              <a:ext cx="8101" cy="5600"/>
            </a:xfrm>
            <a:prstGeom prst="rect">
              <a:avLst/>
            </a:prstGeom>
          </p:spPr>
        </p:pic>
        <p:sp>
          <p:nvSpPr>
            <p:cNvPr id="32" name="文本框 31"/>
            <p:cNvSpPr txBox="1"/>
            <p:nvPr/>
          </p:nvSpPr>
          <p:spPr>
            <a:xfrm>
              <a:off x="3604" y="12504"/>
              <a:ext cx="7817" cy="3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l">
                <a:lnSpc>
                  <a:spcPct val="125000"/>
                </a:lnSpc>
                <a:buFont typeface="Wingdings" panose="05000000000000000000" charset="0"/>
                <a:buNone/>
              </a:pPr>
              <a:r>
                <a:rPr lang="zh-CN" altLang="en-US" sz="54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Inter"/>
                  <a:sym typeface="Noto Sans SC" panose="020B0200000000000000" charset="-122"/>
                </a:rPr>
                <a:t>聚焦</a:t>
              </a:r>
              <a:r>
                <a:rPr lang="zh-CN" altLang="en-US" sz="5400" b="1">
                  <a:solidFill>
                    <a:srgbClr val="FF6D6D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Inter"/>
                  <a:sym typeface="Noto Sans SC" panose="020B0200000000000000" charset="-122"/>
                </a:rPr>
                <a:t>知识治理与管理决策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1791" y="12504"/>
              <a:ext cx="6961" cy="3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l">
                <a:lnSpc>
                  <a:spcPct val="125000"/>
                </a:lnSpc>
                <a:buFont typeface="Wingdings" panose="05000000000000000000" charset="0"/>
              </a:pPr>
              <a:r>
                <a:rPr lang="zh-CN" altLang="en-US" sz="54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Inter"/>
                  <a:sym typeface="Noto Sans SC" panose="020B0200000000000000" charset="-122"/>
                </a:rPr>
                <a:t>面向</a:t>
              </a:r>
              <a:r>
                <a:rPr lang="zh-CN" altLang="en-US" sz="5400" b="1">
                  <a:solidFill>
                    <a:srgbClr val="FF6D6D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Inter"/>
                  <a:sym typeface="Noto Sans SC" panose="020B0200000000000000" charset="-122"/>
                </a:rPr>
                <a:t>中小企业</a:t>
              </a:r>
              <a:r>
                <a:rPr lang="zh-CN" altLang="en-US" sz="54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Inter"/>
                  <a:sym typeface="Noto Sans SC" panose="020B0200000000000000" charset="-122"/>
                </a:rPr>
                <a:t>的轻量级系统</a:t>
              </a:r>
            </a:p>
            <a:p>
              <a:pPr indent="0" fontAlgn="auto">
                <a:lnSpc>
                  <a:spcPct val="125000"/>
                </a:lnSpc>
              </a:pPr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9656" y="12504"/>
              <a:ext cx="7780" cy="38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l">
                <a:lnSpc>
                  <a:spcPct val="125000"/>
                </a:lnSpc>
                <a:buFont typeface="Wingdings" panose="05000000000000000000" charset="0"/>
                <a:buNone/>
              </a:pPr>
              <a:r>
                <a:rPr lang="zh-CN" altLang="en-US" sz="54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Inter"/>
                  <a:sym typeface="Noto Sans SC" panose="020B0200000000000000" charset="-122"/>
                </a:rPr>
                <a:t>覆盖知识</a:t>
              </a:r>
              <a:r>
                <a:rPr lang="zh-CN" altLang="en-US" sz="5400" b="1">
                  <a:solidFill>
                    <a:srgbClr val="FF6D6D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Inter"/>
                  <a:sym typeface="Noto Sans SC" panose="020B0200000000000000" charset="-122"/>
                </a:rPr>
                <a:t>全生命周期</a:t>
              </a:r>
              <a:endPara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  <a:sym typeface="Noto Sans SC" panose="020B0200000000000000" charset="-122"/>
              </a:endParaRPr>
            </a:p>
            <a:p>
              <a:endParaRPr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27592" y="12504"/>
              <a:ext cx="7316" cy="341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indent="0" fontAlgn="auto">
                <a:lnSpc>
                  <a:spcPct val="125000"/>
                </a:lnSpc>
                <a:buFont typeface="Wingdings" panose="05000000000000000000" charset="0"/>
                <a:buNone/>
              </a:pPr>
              <a:r>
                <a:rPr lang="zh-CN" altLang="en-US" sz="5400" b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Inter"/>
                  <a:sym typeface="+mn-ea"/>
                </a:rPr>
                <a:t>使经验和知识</a:t>
              </a:r>
              <a:r>
                <a:rPr lang="zh-CN" altLang="en-US" sz="5400" b="1">
                  <a:solidFill>
                    <a:srgbClr val="FF6D6D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Inter"/>
                  <a:sym typeface="+mn-ea"/>
                </a:rPr>
                <a:t>资产化</a:t>
              </a: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1362710" y="9048115"/>
            <a:ext cx="2126234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fontAlgn="auto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zh-CN" altLang="en-US" sz="40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不追求替代飞书、钉钉、百度网盘等即时通讯与协同办公软件，而是专注填补企业在知识治理和管理决策上的</a:t>
            </a:r>
            <a:r>
              <a:rPr lang="zh-CN" altLang="en-US" sz="4000" b="1">
                <a:solidFill>
                  <a:srgbClr val="FF6D6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短板</a:t>
            </a:r>
            <a:endParaRPr lang="zh-CN" altLang="en-US" sz="40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71500" indent="-571500" fontAlgn="auto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zh-CN" altLang="en-US" sz="40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不是简单的文件上传与下载，而是实现从个人经验→知识沉淀→组织资产→决策赋能，</a:t>
            </a:r>
            <a:r>
              <a:rPr lang="zh-CN" altLang="en-US" sz="4000" b="1">
                <a:solidFill>
                  <a:srgbClr val="FF6D6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让知识在流动中产生价值</a:t>
            </a:r>
            <a:r>
              <a:rPr lang="zh-CN" altLang="en-US" sz="40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17159845" y="7315200"/>
            <a:ext cx="5144143" cy="3556000"/>
          </a:xfrm>
          <a:prstGeom prst="rect">
            <a:avLst/>
          </a:prstGeom>
          <a:noFill/>
        </p:spPr>
        <p:txBody>
          <a:bodyPr/>
          <a:lstStyle/>
          <a:p>
            <a:endParaRPr lang="en-ID"/>
          </a:p>
        </p:txBody>
      </p:sp>
      <p:sp>
        <p:nvSpPr>
          <p:cNvPr id="13" name="Shape 7"/>
          <p:cNvSpPr/>
          <p:nvPr/>
        </p:nvSpPr>
        <p:spPr>
          <a:xfrm>
            <a:off x="7125591" y="7315200"/>
            <a:ext cx="5144143" cy="3556000"/>
          </a:xfrm>
          <a:prstGeom prst="rect">
            <a:avLst/>
          </a:prstGeom>
          <a:noFill/>
        </p:spPr>
        <p:txBody>
          <a:bodyPr/>
          <a:lstStyle/>
          <a:p>
            <a:endParaRPr lang="en-ID"/>
          </a:p>
        </p:txBody>
      </p:sp>
      <p:sp>
        <p:nvSpPr>
          <p:cNvPr id="18" name="Shape 11"/>
          <p:cNvSpPr/>
          <p:nvPr/>
        </p:nvSpPr>
        <p:spPr>
          <a:xfrm>
            <a:off x="2108464" y="7315200"/>
            <a:ext cx="5144143" cy="3556000"/>
          </a:xfrm>
          <a:prstGeom prst="rect">
            <a:avLst/>
          </a:prstGeom>
          <a:noFill/>
        </p:spPr>
        <p:txBody>
          <a:bodyPr/>
          <a:lstStyle/>
          <a:p>
            <a:endParaRPr lang="en-ID"/>
          </a:p>
        </p:txBody>
      </p:sp>
      <p:sp>
        <p:nvSpPr>
          <p:cNvPr id="27" name="Shape 18"/>
          <p:cNvSpPr/>
          <p:nvPr/>
        </p:nvSpPr>
        <p:spPr>
          <a:xfrm>
            <a:off x="22354794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28" name="Shape 19"/>
          <p:cNvSpPr/>
          <p:nvPr/>
        </p:nvSpPr>
        <p:spPr>
          <a:xfrm>
            <a:off x="22625762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29" name="Shape 20"/>
          <p:cNvSpPr/>
          <p:nvPr/>
        </p:nvSpPr>
        <p:spPr>
          <a:xfrm>
            <a:off x="22761245" y="1528233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30" name="Shape 21"/>
          <p:cNvSpPr/>
          <p:nvPr/>
        </p:nvSpPr>
        <p:spPr>
          <a:xfrm>
            <a:off x="22473343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pic>
        <p:nvPicPr>
          <p:cNvPr id="2" name="图片 1" descr="竖线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8310" y="852805"/>
            <a:ext cx="914400" cy="1384935"/>
          </a:xfrm>
          <a:prstGeom prst="rect">
            <a:avLst/>
          </a:prstGeom>
        </p:spPr>
      </p:pic>
      <p:sp>
        <p:nvSpPr>
          <p:cNvPr id="25" name="Text 5"/>
          <p:cNvSpPr/>
          <p:nvPr/>
        </p:nvSpPr>
        <p:spPr>
          <a:xfrm>
            <a:off x="1213485" y="880745"/>
            <a:ext cx="5531485" cy="16338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0"/>
              </a:lnSpc>
              <a:buNone/>
            </a:pPr>
            <a:r>
              <a:rPr lang="zh-CN" altLang="en-US" sz="8600" b="1" kern="0" spc="-258" dirty="0">
                <a:solidFill>
                  <a:srgbClr val="FFFFFF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  <a:cs typeface="Archivo Bold" pitchFamily="34" charset="-120"/>
              </a:rPr>
              <a:t>产品设计</a:t>
            </a:r>
            <a:endParaRPr lang="zh-CN" altLang="en-US" sz="8600" b="1" kern="0" spc="-258" dirty="0">
              <a:solidFill>
                <a:schemeClr val="bg1">
                  <a:alpha val="100000"/>
                </a:schemeClr>
              </a:solidFill>
              <a:latin typeface="STZhongsong" panose="02010600040101010101" pitchFamily="2" charset="-122"/>
              <a:ea typeface="STZhongsong" panose="02010600040101010101" pitchFamily="2" charset="-122"/>
              <a:cs typeface="Archivo Bold" pitchFamily="34" charset="-120"/>
            </a:endParaRPr>
          </a:p>
        </p:txBody>
      </p:sp>
      <p:pic>
        <p:nvPicPr>
          <p:cNvPr id="43" name="图片 42" descr="950402ed72d629f8190ce4dd0bd534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535" y="3542665"/>
            <a:ext cx="5420360" cy="542036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7">
            <a:alphaModFix amt="47000"/>
          </a:blip>
          <a:srcRect l="11179" r="3007"/>
          <a:stretch>
            <a:fillRect/>
          </a:stretch>
        </p:blipFill>
        <p:spPr>
          <a:xfrm rot="21600000">
            <a:off x="14965045" y="0"/>
            <a:ext cx="9422130" cy="13715365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6677660" y="6339205"/>
            <a:ext cx="8196580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Slogan</a:t>
            </a:r>
            <a:r>
              <a:rPr lang="zh-CN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：</a:t>
            </a:r>
          </a:p>
          <a:p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让知识流动，让经验增值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6744970" y="4012565"/>
            <a:ext cx="812927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K-Insight </a:t>
            </a:r>
            <a:r>
              <a:rPr lang="zh-CN" altLang="en-US" sz="8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知汇</a:t>
            </a:r>
            <a:r>
              <a:rPr lang="en-US" altLang="zh-CN"/>
              <a:t>t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73990" y="10438765"/>
            <a:ext cx="15080615" cy="1863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20000"/>
              </a:lnSpc>
              <a:buFont typeface="Wingdings" panose="05000000000000000000" charset="0"/>
              <a:buNone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不是简单的汇聚存储，而是</a:t>
            </a:r>
            <a:r>
              <a:rPr lang="zh-CN" altLang="en-US" sz="4800" b="1">
                <a:solidFill>
                  <a:srgbClr val="FF6D6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融汇贯通</a:t>
            </a: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，更是让员工、管理者以及决策者各个角色获得不同层次的</a:t>
            </a:r>
            <a:r>
              <a:rPr lang="zh-CN" altLang="en-US" sz="4800" b="1">
                <a:solidFill>
                  <a:srgbClr val="FF6D6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洞察和收获</a:t>
            </a: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11"/>
          <p:cNvSpPr/>
          <p:nvPr/>
        </p:nvSpPr>
        <p:spPr>
          <a:xfrm>
            <a:off x="22354794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378" name="Shape 12"/>
          <p:cNvSpPr/>
          <p:nvPr/>
        </p:nvSpPr>
        <p:spPr>
          <a:xfrm>
            <a:off x="22625760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379" name="Shape 13"/>
          <p:cNvSpPr/>
          <p:nvPr/>
        </p:nvSpPr>
        <p:spPr>
          <a:xfrm>
            <a:off x="22761245" y="1528233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380" name="Shape 14"/>
          <p:cNvSpPr/>
          <p:nvPr/>
        </p:nvSpPr>
        <p:spPr>
          <a:xfrm>
            <a:off x="22473341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pic>
        <p:nvPicPr>
          <p:cNvPr id="2" name="图片 1" descr="竖线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8310" y="852805"/>
            <a:ext cx="914400" cy="1384935"/>
          </a:xfrm>
          <a:prstGeom prst="rect">
            <a:avLst/>
          </a:prstGeom>
        </p:spPr>
      </p:pic>
      <p:sp>
        <p:nvSpPr>
          <p:cNvPr id="3" name="Text 5"/>
          <p:cNvSpPr/>
          <p:nvPr/>
        </p:nvSpPr>
        <p:spPr>
          <a:xfrm>
            <a:off x="1213485" y="880745"/>
            <a:ext cx="14479270" cy="16338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0"/>
              </a:lnSpc>
              <a:buNone/>
            </a:pPr>
            <a:r>
              <a:rPr lang="zh-CN" altLang="en-US" sz="8600" b="1" kern="0" spc="-258" dirty="0">
                <a:solidFill>
                  <a:srgbClr val="FFFFFF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  <a:cs typeface="Archivo Bold" pitchFamily="34" charset="-120"/>
              </a:rPr>
              <a:t>业务流程</a:t>
            </a:r>
          </a:p>
        </p:txBody>
      </p:sp>
      <p:pic>
        <p:nvPicPr>
          <p:cNvPr id="94" name="图片 9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2200" y="3226435"/>
            <a:ext cx="17392650" cy="93389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11"/>
          <p:cNvSpPr/>
          <p:nvPr/>
        </p:nvSpPr>
        <p:spPr>
          <a:xfrm>
            <a:off x="22354794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378" name="Shape 12"/>
          <p:cNvSpPr/>
          <p:nvPr/>
        </p:nvSpPr>
        <p:spPr>
          <a:xfrm>
            <a:off x="22625760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379" name="Shape 13"/>
          <p:cNvSpPr/>
          <p:nvPr/>
        </p:nvSpPr>
        <p:spPr>
          <a:xfrm>
            <a:off x="22761245" y="1528233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sp>
        <p:nvSpPr>
          <p:cNvPr id="380" name="Shape 14"/>
          <p:cNvSpPr/>
          <p:nvPr/>
        </p:nvSpPr>
        <p:spPr>
          <a:xfrm>
            <a:off x="22473341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ID"/>
          </a:p>
        </p:txBody>
      </p:sp>
      <p:pic>
        <p:nvPicPr>
          <p:cNvPr id="2" name="图片 1" descr="竖线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48310" y="852805"/>
            <a:ext cx="914400" cy="1384935"/>
          </a:xfrm>
          <a:prstGeom prst="rect">
            <a:avLst/>
          </a:prstGeom>
        </p:spPr>
      </p:pic>
      <p:sp>
        <p:nvSpPr>
          <p:cNvPr id="3" name="Text 5"/>
          <p:cNvSpPr/>
          <p:nvPr/>
        </p:nvSpPr>
        <p:spPr>
          <a:xfrm>
            <a:off x="1213485" y="880745"/>
            <a:ext cx="14479270" cy="16338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0"/>
              </a:lnSpc>
              <a:buNone/>
            </a:pPr>
            <a:r>
              <a:rPr lang="zh-CN" altLang="en-US" sz="8600" b="1" kern="0" spc="-258" dirty="0">
                <a:solidFill>
                  <a:srgbClr val="FFFFFF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  <a:cs typeface="Archivo Bold" pitchFamily="34" charset="-120"/>
              </a:rPr>
              <a:t>产品功能</a:t>
            </a:r>
          </a:p>
        </p:txBody>
      </p:sp>
      <p:pic>
        <p:nvPicPr>
          <p:cNvPr id="108" name="Image 2" descr=" 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459865" y="2641600"/>
            <a:ext cx="6268720" cy="5186680"/>
          </a:xfrm>
          <a:prstGeom prst="rect">
            <a:avLst/>
          </a:prstGeom>
        </p:spPr>
      </p:pic>
      <p:pic>
        <p:nvPicPr>
          <p:cNvPr id="109" name="Image 4" descr=" 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459865" y="8343265"/>
            <a:ext cx="6237605" cy="5073015"/>
          </a:xfrm>
          <a:prstGeom prst="rect">
            <a:avLst/>
          </a:prstGeom>
        </p:spPr>
      </p:pic>
      <p:pic>
        <p:nvPicPr>
          <p:cNvPr id="110" name="Image 5" descr=" 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6887825" y="8343265"/>
            <a:ext cx="6757670" cy="5073015"/>
          </a:xfrm>
          <a:prstGeom prst="rect">
            <a:avLst/>
          </a:prstGeom>
        </p:spPr>
      </p:pic>
      <p:pic>
        <p:nvPicPr>
          <p:cNvPr id="111" name="Image 3" descr=" 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6869410" y="2468880"/>
            <a:ext cx="6772910" cy="5359400"/>
          </a:xfrm>
          <a:prstGeom prst="rect">
            <a:avLst/>
          </a:prstGeom>
        </p:spPr>
      </p:pic>
      <p:sp>
        <p:nvSpPr>
          <p:cNvPr id="112" name="圆角矩形 111"/>
          <p:cNvSpPr/>
          <p:nvPr>
            <p:custDataLst>
              <p:tags r:id="rId6"/>
            </p:custDataLst>
          </p:nvPr>
        </p:nvSpPr>
        <p:spPr>
          <a:xfrm>
            <a:off x="8870950" y="2641600"/>
            <a:ext cx="6821805" cy="5186680"/>
          </a:xfrm>
          <a:prstGeom prst="round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lin ang="27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圆角矩形 112"/>
          <p:cNvSpPr/>
          <p:nvPr>
            <p:custDataLst>
              <p:tags r:id="rId7"/>
            </p:custDataLst>
          </p:nvPr>
        </p:nvSpPr>
        <p:spPr>
          <a:xfrm>
            <a:off x="8870950" y="8343265"/>
            <a:ext cx="6821805" cy="5186680"/>
          </a:xfrm>
          <a:prstGeom prst="round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lin ang="27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文本框 113"/>
          <p:cNvSpPr txBox="1"/>
          <p:nvPr>
            <p:custDataLst>
              <p:tags r:id="rId8"/>
            </p:custDataLst>
          </p:nvPr>
        </p:nvSpPr>
        <p:spPr>
          <a:xfrm>
            <a:off x="3502660" y="2917190"/>
            <a:ext cx="29616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权限管控</a:t>
            </a:r>
          </a:p>
        </p:txBody>
      </p:sp>
      <p:sp>
        <p:nvSpPr>
          <p:cNvPr id="115" name="文本框 114"/>
          <p:cNvSpPr txBox="1"/>
          <p:nvPr>
            <p:custDataLst>
              <p:tags r:id="rId9"/>
            </p:custDataLst>
          </p:nvPr>
        </p:nvSpPr>
        <p:spPr>
          <a:xfrm>
            <a:off x="10888980" y="2798445"/>
            <a:ext cx="29616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知识采集</a:t>
            </a:r>
          </a:p>
        </p:txBody>
      </p:sp>
      <p:sp>
        <p:nvSpPr>
          <p:cNvPr id="116" name="文本框 115"/>
          <p:cNvSpPr txBox="1"/>
          <p:nvPr>
            <p:custDataLst>
              <p:tags r:id="rId10"/>
            </p:custDataLst>
          </p:nvPr>
        </p:nvSpPr>
        <p:spPr>
          <a:xfrm>
            <a:off x="18275300" y="2798445"/>
            <a:ext cx="29616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分类审核</a:t>
            </a:r>
          </a:p>
        </p:txBody>
      </p:sp>
      <p:sp>
        <p:nvSpPr>
          <p:cNvPr id="117" name="文本框 116"/>
          <p:cNvSpPr txBox="1"/>
          <p:nvPr>
            <p:custDataLst>
              <p:tags r:id="rId11"/>
            </p:custDataLst>
          </p:nvPr>
        </p:nvSpPr>
        <p:spPr>
          <a:xfrm>
            <a:off x="3113405" y="8528685"/>
            <a:ext cx="29616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检索推荐</a:t>
            </a:r>
          </a:p>
        </p:txBody>
      </p:sp>
      <p:sp>
        <p:nvSpPr>
          <p:cNvPr id="118" name="文本框 117"/>
          <p:cNvSpPr txBox="1"/>
          <p:nvPr>
            <p:custDataLst>
              <p:tags r:id="rId12"/>
            </p:custDataLst>
          </p:nvPr>
        </p:nvSpPr>
        <p:spPr>
          <a:xfrm>
            <a:off x="10811510" y="8528685"/>
            <a:ext cx="29616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共享协作</a:t>
            </a:r>
          </a:p>
        </p:txBody>
      </p:sp>
      <p:sp>
        <p:nvSpPr>
          <p:cNvPr id="119" name="文本框 118"/>
          <p:cNvSpPr txBox="1"/>
          <p:nvPr>
            <p:custDataLst>
              <p:tags r:id="rId13"/>
            </p:custDataLst>
          </p:nvPr>
        </p:nvSpPr>
        <p:spPr>
          <a:xfrm>
            <a:off x="18923635" y="8531860"/>
            <a:ext cx="29616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统计管理</a:t>
            </a:r>
          </a:p>
        </p:txBody>
      </p:sp>
      <p:grpSp>
        <p:nvGrpSpPr>
          <p:cNvPr id="123" name="组合 122"/>
          <p:cNvGrpSpPr/>
          <p:nvPr>
            <p:custDataLst>
              <p:tags r:id="rId14"/>
            </p:custDataLst>
          </p:nvPr>
        </p:nvGrpSpPr>
        <p:grpSpPr>
          <a:xfrm>
            <a:off x="1686560" y="3923030"/>
            <a:ext cx="5930900" cy="3826510"/>
            <a:chOff x="2656" y="6178"/>
            <a:chExt cx="9340" cy="6026"/>
          </a:xfrm>
        </p:grpSpPr>
        <p:pic>
          <p:nvPicPr>
            <p:cNvPr id="120" name="Image 4" descr=" 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2656" y="6178"/>
              <a:ext cx="9327" cy="5856"/>
            </a:xfrm>
            <a:prstGeom prst="rect">
              <a:avLst/>
            </a:prstGeom>
          </p:spPr>
        </p:pic>
        <p:sp>
          <p:nvSpPr>
            <p:cNvPr id="121" name="文本框 120"/>
            <p:cNvSpPr txBox="1"/>
            <p:nvPr>
              <p:custDataLst>
                <p:tags r:id="rId31"/>
              </p:custDataLst>
            </p:nvPr>
          </p:nvSpPr>
          <p:spPr>
            <a:xfrm>
              <a:off x="2931" y="6480"/>
              <a:ext cx="9065" cy="57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l" fontAlgn="auto">
                <a:lnSpc>
                  <a:spcPct val="120000"/>
                </a:lnSpc>
              </a:pPr>
              <a:r>
                <a:rPr lang="en-US" sz="32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• </a:t>
              </a:r>
              <a:r>
                <a:rPr lang="en-US" sz="3200" dirty="0" err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灵活的角色分配机制，满足不同岗位需求</a:t>
              </a:r>
              <a:endParaRPr lang="en-US" sz="3200" b="0" i="0" u="none" strike="noStrike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endParaRPr>
            </a:p>
            <a:p>
              <a:pPr indent="0" algn="l" fontAlgn="auto">
                <a:lnSpc>
                  <a:spcPct val="120000"/>
                </a:lnSpc>
              </a:pPr>
              <a:r>
                <a:rPr lang="en-US" sz="32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• </a:t>
              </a:r>
              <a:r>
                <a:rPr lang="en-US" sz="3200" dirty="0" err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精细化权限控制，确保数据访问安全</a:t>
              </a:r>
              <a:endParaRPr lang="en-US" sz="3200" b="0" i="0" u="none" strike="noStrike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endParaRPr>
            </a:p>
            <a:p>
              <a:pPr indent="0" algn="l" fontAlgn="auto">
                <a:lnSpc>
                  <a:spcPct val="120000"/>
                </a:lnSpc>
              </a:pPr>
              <a:r>
                <a:rPr lang="en-US" sz="32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• </a:t>
              </a:r>
              <a:r>
                <a:rPr lang="en-US" sz="3200" dirty="0" err="1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支持组织架构同步，便捷部门管理</a:t>
              </a:r>
              <a:endParaRPr lang="en-US" altLang="en-US" sz="3200" b="0" i="0" u="none" strike="noStrike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endParaRPr>
            </a:p>
          </p:txBody>
        </p:sp>
      </p:grpSp>
      <p:grpSp>
        <p:nvGrpSpPr>
          <p:cNvPr id="124" name="组合 123"/>
          <p:cNvGrpSpPr/>
          <p:nvPr>
            <p:custDataLst>
              <p:tags r:id="rId15"/>
            </p:custDataLst>
          </p:nvPr>
        </p:nvGrpSpPr>
        <p:grpSpPr>
          <a:xfrm>
            <a:off x="9255125" y="3839210"/>
            <a:ext cx="6237605" cy="3718560"/>
            <a:chOff x="2526" y="6178"/>
            <a:chExt cx="9823" cy="5856"/>
          </a:xfrm>
        </p:grpSpPr>
        <p:pic>
          <p:nvPicPr>
            <p:cNvPr id="125" name="Image 4" descr=" 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2656" y="6178"/>
              <a:ext cx="9327" cy="5856"/>
            </a:xfrm>
            <a:prstGeom prst="rect">
              <a:avLst/>
            </a:prstGeom>
          </p:spPr>
        </p:pic>
        <p:sp>
          <p:nvSpPr>
            <p:cNvPr id="126" name="文本框 125"/>
            <p:cNvSpPr txBox="1"/>
            <p:nvPr>
              <p:custDataLst>
                <p:tags r:id="rId29"/>
              </p:custDataLst>
            </p:nvPr>
          </p:nvSpPr>
          <p:spPr>
            <a:xfrm>
              <a:off x="2526" y="6616"/>
              <a:ext cx="9823" cy="47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l" fontAlgn="auto">
                <a:lnSpc>
                  <a:spcPct val="120000"/>
                </a:lnSpc>
              </a:pPr>
              <a:r>
                <a:rPr lang="zh-CN" altLang="en-US" sz="3200" b="0" i="0" u="none" strike="noStrike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• 新建知识条目，汇聚各类知识</a:t>
              </a:r>
            </a:p>
            <a:p>
              <a:pPr indent="0" algn="l" fontAlgn="auto">
                <a:lnSpc>
                  <a:spcPct val="120000"/>
                </a:lnSpc>
              </a:pPr>
              <a:r>
                <a:rPr lang="zh-CN" altLang="en-US" sz="3200" b="0" i="0" u="none" strike="noStrike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• 上传各类附件，丰富知识载体</a:t>
              </a:r>
            </a:p>
            <a:p>
              <a:pPr indent="0" algn="l" fontAlgn="auto">
                <a:lnSpc>
                  <a:spcPct val="120000"/>
                </a:lnSpc>
              </a:pPr>
              <a:r>
                <a:rPr lang="zh-CN" altLang="en-US" sz="3200" b="0" i="0" u="none" strike="noStrike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• 灵活套用模板，规范内容产出</a:t>
              </a:r>
            </a:p>
            <a:p>
              <a:pPr indent="0" algn="l" fontAlgn="auto">
                <a:lnSpc>
                  <a:spcPct val="120000"/>
                </a:lnSpc>
              </a:pPr>
              <a:r>
                <a:rPr lang="zh-CN" altLang="en-US" sz="3200" b="0" i="0" u="none" strike="noStrike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• 随时保存草稿，从容应对创作</a:t>
              </a:r>
            </a:p>
            <a:p>
              <a:pPr indent="0" algn="l" fontAlgn="auto">
                <a:lnSpc>
                  <a:spcPct val="120000"/>
                </a:lnSpc>
              </a:pPr>
              <a:r>
                <a:rPr lang="zh-CN" altLang="en-US" sz="3200" b="0" i="0" u="none" strike="noStrike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• 支持批量导入，快速沉淀历史</a:t>
              </a:r>
            </a:p>
          </p:txBody>
        </p:sp>
      </p:grpSp>
      <p:grpSp>
        <p:nvGrpSpPr>
          <p:cNvPr id="127" name="组合 126"/>
          <p:cNvGrpSpPr/>
          <p:nvPr>
            <p:custDataLst>
              <p:tags r:id="rId16"/>
            </p:custDataLst>
          </p:nvPr>
        </p:nvGrpSpPr>
        <p:grpSpPr>
          <a:xfrm>
            <a:off x="1617345" y="9389745"/>
            <a:ext cx="5922645" cy="3718560"/>
            <a:chOff x="2656" y="6178"/>
            <a:chExt cx="9327" cy="5856"/>
          </a:xfrm>
        </p:grpSpPr>
        <p:pic>
          <p:nvPicPr>
            <p:cNvPr id="128" name="Image 4" descr=" 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2656" y="6178"/>
              <a:ext cx="9327" cy="5856"/>
            </a:xfrm>
            <a:prstGeom prst="rect">
              <a:avLst/>
            </a:prstGeom>
          </p:spPr>
        </p:pic>
        <p:sp>
          <p:nvSpPr>
            <p:cNvPr id="129" name="文本框 128"/>
            <p:cNvSpPr txBox="1"/>
            <p:nvPr>
              <p:custDataLst>
                <p:tags r:id="rId27"/>
              </p:custDataLst>
            </p:nvPr>
          </p:nvSpPr>
          <p:spPr>
            <a:xfrm>
              <a:off x="2879" y="6616"/>
              <a:ext cx="9065" cy="47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l" fontAlgn="auto">
                <a:lnSpc>
                  <a:spcPct val="120000"/>
                </a:lnSpc>
              </a:pPr>
              <a:r>
                <a:rPr lang="en-US" altLang="zh-CN" sz="3200" b="0" i="0" u="none" strike="noStrike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·</a:t>
              </a:r>
              <a:r>
                <a:rPr lang="zh-CN" altLang="en-US" sz="3200" b="0" i="0" u="none" strike="noStrike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关键词检索、标签检索、全文检索，实现快速精准找知识</a:t>
              </a:r>
            </a:p>
            <a:p>
              <a:pPr indent="0" algn="l" fontAlgn="auto">
                <a:lnSpc>
                  <a:spcPct val="120000"/>
                </a:lnSpc>
              </a:pPr>
              <a:r>
                <a:rPr lang="en-US" altLang="zh-CN" sz="3200" b="0" i="0" u="none" strike="noStrike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·</a:t>
              </a:r>
              <a:r>
                <a:rPr lang="zh-CN" altLang="en-US" sz="3200" b="0" i="0" u="none" strike="noStrike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基于用户画像与业务场景，智能推荐个性化知识、热门知识推荐、相似关联知识</a:t>
              </a:r>
            </a:p>
          </p:txBody>
        </p:sp>
      </p:grpSp>
      <p:grpSp>
        <p:nvGrpSpPr>
          <p:cNvPr id="130" name="组合 129"/>
          <p:cNvGrpSpPr/>
          <p:nvPr>
            <p:custDataLst>
              <p:tags r:id="rId17"/>
            </p:custDataLst>
          </p:nvPr>
        </p:nvGrpSpPr>
        <p:grpSpPr>
          <a:xfrm>
            <a:off x="9232265" y="9453880"/>
            <a:ext cx="5922645" cy="3872230"/>
            <a:chOff x="2656" y="6178"/>
            <a:chExt cx="9327" cy="6098"/>
          </a:xfrm>
        </p:grpSpPr>
        <p:pic>
          <p:nvPicPr>
            <p:cNvPr id="131" name="Image 4" descr=" 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2656" y="6178"/>
              <a:ext cx="9327" cy="6098"/>
            </a:xfrm>
            <a:prstGeom prst="rect">
              <a:avLst/>
            </a:prstGeom>
          </p:spPr>
        </p:pic>
        <p:sp>
          <p:nvSpPr>
            <p:cNvPr id="132" name="文本框 131"/>
            <p:cNvSpPr txBox="1"/>
            <p:nvPr>
              <p:custDataLst>
                <p:tags r:id="rId25"/>
              </p:custDataLst>
            </p:nvPr>
          </p:nvSpPr>
          <p:spPr>
            <a:xfrm>
              <a:off x="2879" y="6365"/>
              <a:ext cx="9065" cy="57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l" fontAlgn="auto">
                <a:lnSpc>
                  <a:spcPct val="120000"/>
                </a:lnSpc>
              </a:pPr>
              <a:r>
                <a:rPr lang="en-US" altLang="zh-CN" sz="3200" b="0" i="0" u="none" strike="noStrike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·</a:t>
              </a:r>
              <a:r>
                <a:rPr lang="zh-CN" altLang="en-US" sz="3200" b="0" i="0" u="none" strike="noStrike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评论反馈、收藏订阅、分享链接</a:t>
              </a:r>
            </a:p>
            <a:p>
              <a:pPr indent="0" algn="l" fontAlgn="auto">
                <a:lnSpc>
                  <a:spcPct val="120000"/>
                </a:lnSpc>
              </a:pPr>
              <a:r>
                <a:rPr lang="en-US" altLang="zh-CN" sz="3200" b="0" i="0" u="none" strike="noStrike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·</a:t>
              </a:r>
              <a:r>
                <a:rPr lang="zh-CN" altLang="en-US" sz="3200" b="0" i="0" u="none" strike="noStrike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多人协同编辑，实时更新提醒，及时沟通</a:t>
              </a:r>
            </a:p>
            <a:p>
              <a:pPr indent="0" algn="l" fontAlgn="auto">
                <a:lnSpc>
                  <a:spcPct val="120000"/>
                </a:lnSpc>
              </a:pPr>
              <a:r>
                <a:rPr lang="en-US" altLang="zh-CN" sz="3200" b="0" i="0" u="none" strike="noStrike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·</a:t>
              </a:r>
              <a:r>
                <a:rPr lang="zh-CN" altLang="en-US" sz="3200" b="0" i="0" u="none" strike="noStrike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打破部门壁垒，知识无障碍流动与应用</a:t>
              </a:r>
            </a:p>
          </p:txBody>
        </p:sp>
      </p:grpSp>
      <p:grpSp>
        <p:nvGrpSpPr>
          <p:cNvPr id="133" name="组合 132"/>
          <p:cNvGrpSpPr/>
          <p:nvPr>
            <p:custDataLst>
              <p:tags r:id="rId18"/>
            </p:custDataLst>
          </p:nvPr>
        </p:nvGrpSpPr>
        <p:grpSpPr>
          <a:xfrm>
            <a:off x="17084675" y="3720465"/>
            <a:ext cx="6290310" cy="3718560"/>
            <a:chOff x="2584" y="6178"/>
            <a:chExt cx="9906" cy="5856"/>
          </a:xfrm>
        </p:grpSpPr>
        <p:pic>
          <p:nvPicPr>
            <p:cNvPr id="134" name="Image 4" descr=" 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2656" y="6178"/>
              <a:ext cx="9327" cy="5856"/>
            </a:xfrm>
            <a:prstGeom prst="rect">
              <a:avLst/>
            </a:prstGeom>
          </p:spPr>
        </p:pic>
        <p:sp>
          <p:nvSpPr>
            <p:cNvPr id="135" name="文本框 134"/>
            <p:cNvSpPr txBox="1"/>
            <p:nvPr>
              <p:custDataLst>
                <p:tags r:id="rId23"/>
              </p:custDataLst>
            </p:nvPr>
          </p:nvSpPr>
          <p:spPr>
            <a:xfrm>
              <a:off x="2584" y="6616"/>
              <a:ext cx="9906" cy="47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l" fontAlgn="auto">
                <a:lnSpc>
                  <a:spcPct val="120000"/>
                </a:lnSpc>
              </a:pPr>
              <a:r>
                <a:rPr lang="en-US" sz="32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• </a:t>
              </a:r>
              <a:r>
                <a:rPr lang="zh-CN" altLang="en-US" sz="3200" b="0" i="0" u="none" strike="noStrike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建立多级分类目录，结构化管理</a:t>
              </a:r>
            </a:p>
            <a:p>
              <a:pPr indent="0" algn="l" fontAlgn="auto">
                <a:lnSpc>
                  <a:spcPct val="120000"/>
                </a:lnSpc>
              </a:pPr>
              <a:r>
                <a:rPr lang="zh-CN" altLang="en-US" sz="3200" b="0" i="0" u="none" strike="noStrike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• 完善的标签体系，提升检索效率</a:t>
              </a:r>
            </a:p>
            <a:p>
              <a:pPr indent="0" algn="l" fontAlgn="auto">
                <a:lnSpc>
                  <a:spcPct val="120000"/>
                </a:lnSpc>
              </a:pPr>
              <a:r>
                <a:rPr lang="zh-CN" altLang="en-US" sz="3200" b="0" i="0" u="none" strike="noStrike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• 标准化审核流程，严格把控质量</a:t>
              </a:r>
            </a:p>
            <a:p>
              <a:pPr indent="0" algn="l" fontAlgn="auto">
                <a:lnSpc>
                  <a:spcPct val="120000"/>
                </a:lnSpc>
              </a:pPr>
              <a:r>
                <a:rPr lang="zh-CN" altLang="en-US" sz="3200" b="0" i="0" u="none" strike="noStrike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• 精细化发布控制，确保内容合规</a:t>
              </a:r>
            </a:p>
            <a:p>
              <a:pPr indent="0" algn="l" fontAlgn="auto">
                <a:lnSpc>
                  <a:spcPct val="120000"/>
                </a:lnSpc>
              </a:pPr>
              <a:r>
                <a:rPr lang="zh-CN" altLang="en-US" sz="3200" b="0" i="0" u="none" strike="noStrike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• 完整版本管理，追踪更新迭代</a:t>
              </a:r>
            </a:p>
          </p:txBody>
        </p:sp>
      </p:grpSp>
      <p:grpSp>
        <p:nvGrpSpPr>
          <p:cNvPr id="136" name="组合 135"/>
          <p:cNvGrpSpPr/>
          <p:nvPr>
            <p:custDataLst>
              <p:tags r:id="rId19"/>
            </p:custDataLst>
          </p:nvPr>
        </p:nvGrpSpPr>
        <p:grpSpPr>
          <a:xfrm>
            <a:off x="17272000" y="9413240"/>
            <a:ext cx="5922645" cy="3904615"/>
            <a:chOff x="2656" y="6178"/>
            <a:chExt cx="9327" cy="6149"/>
          </a:xfrm>
        </p:grpSpPr>
        <p:pic>
          <p:nvPicPr>
            <p:cNvPr id="137" name="Image 4" descr=" 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2656" y="6178"/>
              <a:ext cx="9327" cy="6149"/>
            </a:xfrm>
            <a:prstGeom prst="rect">
              <a:avLst/>
            </a:prstGeom>
          </p:spPr>
        </p:pic>
        <p:sp>
          <p:nvSpPr>
            <p:cNvPr id="138" name="文本框 137"/>
            <p:cNvSpPr txBox="1"/>
            <p:nvPr>
              <p:custDataLst>
                <p:tags r:id="rId21"/>
              </p:custDataLst>
            </p:nvPr>
          </p:nvSpPr>
          <p:spPr>
            <a:xfrm>
              <a:off x="2918" y="6457"/>
              <a:ext cx="9065" cy="57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l" fontAlgn="auto">
                <a:lnSpc>
                  <a:spcPct val="120000"/>
                </a:lnSpc>
              </a:pPr>
              <a:r>
                <a:rPr lang="en-US" altLang="zh-CN" sz="3200" b="0" i="0" u="none" strike="noStrike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·</a:t>
              </a:r>
              <a:r>
                <a:rPr lang="zh-CN" altLang="en-US" sz="3200" b="0" i="0" u="none" strike="noStrike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自动统计知识上传/浏览量、分析用户活跃度</a:t>
              </a:r>
            </a:p>
            <a:p>
              <a:pPr indent="0" algn="l" fontAlgn="auto">
                <a:lnSpc>
                  <a:spcPct val="120000"/>
                </a:lnSpc>
              </a:pPr>
              <a:r>
                <a:rPr lang="en-US" altLang="zh-CN" sz="3200" b="0" i="0" u="none" strike="noStrike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·</a:t>
              </a:r>
              <a:r>
                <a:rPr lang="zh-CN" altLang="en-US" sz="3200" b="0" i="0" u="none" strike="noStrike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系统定期更新维护、数据安全备份</a:t>
              </a:r>
            </a:p>
            <a:p>
              <a:pPr indent="0" algn="l" fontAlgn="auto">
                <a:lnSpc>
                  <a:spcPct val="120000"/>
                </a:lnSpc>
              </a:pPr>
              <a:r>
                <a:rPr lang="en-US" altLang="zh-CN" sz="3200" b="0" i="0" u="none" strike="noStrike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·</a:t>
              </a:r>
              <a:r>
                <a:rPr lang="zh-CN" altLang="en-US" sz="3200" b="0" i="0" u="none" strike="noStrike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微软雅黑" panose="020B0503020204020204" charset="-122"/>
                </a:rPr>
                <a:t>为管理决策提供数据支撑与系统保障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9DABC4-1DB4-0225-7234-80111371C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2C0E44AA-E187-5C3A-8BE0-25A0CF197A8F}"/>
              </a:ext>
            </a:extLst>
          </p:cNvPr>
          <p:cNvSpPr/>
          <p:nvPr/>
        </p:nvSpPr>
        <p:spPr>
          <a:xfrm>
            <a:off x="1524191" y="6731000"/>
            <a:ext cx="7951194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endParaRPr lang="en-US" sz="4000" b="1" dirty="0">
              <a:latin typeface="Avenir" panose="02000503020000020003" pitchFamily="2" charset="0"/>
              <a:ea typeface="华文细黑" panose="02010600040101010101" pitchFamily="2" charset="-122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7E488A2-41C6-FEE8-C8BA-6CD8BC59FF67}"/>
              </a:ext>
            </a:extLst>
          </p:cNvPr>
          <p:cNvSpPr/>
          <p:nvPr/>
        </p:nvSpPr>
        <p:spPr>
          <a:xfrm>
            <a:off x="1397302" y="5393660"/>
            <a:ext cx="10669396" cy="2904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0"/>
              </a:lnSpc>
              <a:buNone/>
            </a:pPr>
            <a:r>
              <a:rPr lang="zh-CN" altLang="en-US" sz="8600" kern="0" spc="-258" dirty="0">
                <a:solidFill>
                  <a:srgbClr val="DEDEDE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  <a:cs typeface="Archivo Bold" pitchFamily="34" charset="-120"/>
              </a:rPr>
              <a:t>从痛点到价值：</a:t>
            </a:r>
            <a:endParaRPr lang="en-US" altLang="zh-CN" sz="8600" kern="0" spc="-258" dirty="0">
              <a:solidFill>
                <a:srgbClr val="DEDEDE">
                  <a:alpha val="100000"/>
                </a:srgbClr>
              </a:solidFill>
              <a:latin typeface="STZhongsong" panose="02010600040101010101" pitchFamily="2" charset="-122"/>
              <a:ea typeface="STZhongsong" panose="02010600040101010101" pitchFamily="2" charset="-122"/>
              <a:cs typeface="Archivo Bold" pitchFamily="34" charset="-120"/>
            </a:endParaRPr>
          </a:p>
          <a:p>
            <a:pPr marL="0" indent="0" algn="l">
              <a:lnSpc>
                <a:spcPts val="10000"/>
              </a:lnSpc>
              <a:buNone/>
            </a:pPr>
            <a:r>
              <a:rPr lang="en" altLang="zh-CN" sz="8600" kern="0" spc="-258" dirty="0">
                <a:solidFill>
                  <a:srgbClr val="DEDEDE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  <a:cs typeface="Archivo Bold" pitchFamily="34" charset="-120"/>
              </a:rPr>
              <a:t>K-Insight </a:t>
            </a:r>
            <a:r>
              <a:rPr lang="zh-CN" altLang="en-US" sz="8600" kern="0" spc="-258" dirty="0">
                <a:solidFill>
                  <a:srgbClr val="DEDEDE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  <a:cs typeface="Archivo Bold" pitchFamily="34" charset="-120"/>
              </a:rPr>
              <a:t>解决了什么</a:t>
            </a:r>
          </a:p>
          <a:p>
            <a:pPr marL="0" indent="0" algn="l">
              <a:lnSpc>
                <a:spcPts val="10000"/>
              </a:lnSpc>
              <a:buNone/>
            </a:pPr>
            <a:endParaRPr lang="zh-CN" altLang="en-US" sz="8600" kern="0" spc="-258" dirty="0">
              <a:solidFill>
                <a:srgbClr val="DEDEDE">
                  <a:alpha val="100000"/>
                </a:srgbClr>
              </a:solidFill>
              <a:latin typeface="STZhongsong" panose="02010600040101010101" pitchFamily="2" charset="-122"/>
              <a:ea typeface="STZhongsong" panose="02010600040101010101" pitchFamily="2" charset="-122"/>
              <a:cs typeface="Archivo Bold" pitchFamily="34" charset="-120"/>
            </a:endParaRPr>
          </a:p>
          <a:p>
            <a:pPr marL="0" indent="0" algn="l">
              <a:lnSpc>
                <a:spcPts val="10000"/>
              </a:lnSpc>
              <a:buNone/>
            </a:pPr>
            <a:endParaRPr lang="en-US" altLang="zh-CN" sz="8600" kern="0" spc="-258" dirty="0">
              <a:solidFill>
                <a:srgbClr val="DEDEDE">
                  <a:alpha val="100000"/>
                </a:srgbClr>
              </a:solidFill>
              <a:latin typeface="STZhongsong" panose="02010600040101010101" pitchFamily="2" charset="-122"/>
              <a:ea typeface="STZhongsong" panose="02010600040101010101" pitchFamily="2" charset="-122"/>
              <a:cs typeface="Archivo Bold" pitchFamily="34" charset="-12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19A8D7B-6A25-36E4-E4A4-4E19484320DB}"/>
              </a:ext>
            </a:extLst>
          </p:cNvPr>
          <p:cNvSpPr/>
          <p:nvPr/>
        </p:nvSpPr>
        <p:spPr>
          <a:xfrm>
            <a:off x="13120740" y="3791690"/>
            <a:ext cx="986913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zh-CN" altLang="en-US" sz="4000" b="1" kern="0" spc="-30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Medium" pitchFamily="34" charset="-120"/>
              </a:rPr>
              <a:t>统一入口，解决知识分散</a:t>
            </a:r>
            <a:endParaRPr lang="en-US" sz="4000" b="1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8C121AF-871D-FF9C-118B-54DC8270481D}"/>
              </a:ext>
            </a:extLst>
          </p:cNvPr>
          <p:cNvSpPr/>
          <p:nvPr/>
        </p:nvSpPr>
        <p:spPr>
          <a:xfrm>
            <a:off x="13120740" y="4186570"/>
            <a:ext cx="984373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endParaRPr lang="en-US" sz="2400" dirty="0"/>
          </a:p>
        </p:txBody>
      </p:sp>
      <p:pic>
        <p:nvPicPr>
          <p:cNvPr id="9" name="Image 0" descr=" ">
            <a:extLst>
              <a:ext uri="{FF2B5EF4-FFF2-40B4-BE49-F238E27FC236}">
                <a16:creationId xmlns:a16="http://schemas.microsoft.com/office/drawing/2014/main" id="{27BEE883-1A92-A025-7B52-F05D89AF7C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20740" y="4739020"/>
            <a:ext cx="9742118" cy="12700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25487591-0ACE-609F-4537-AC21E41058C6}"/>
              </a:ext>
            </a:extLst>
          </p:cNvPr>
          <p:cNvSpPr/>
          <p:nvPr/>
        </p:nvSpPr>
        <p:spPr>
          <a:xfrm>
            <a:off x="13120740" y="5559055"/>
            <a:ext cx="986913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500"/>
              </a:lnSpc>
            </a:pPr>
            <a:r>
              <a:rPr lang="zh-CN" altLang="en-US" sz="4000" b="1" kern="0" spc="-30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审核发布，控制知识质量</a:t>
            </a:r>
            <a:endParaRPr lang="en-US" sz="4000" b="1" kern="0" spc="-30" dirty="0">
              <a:solidFill>
                <a:srgbClr val="FFFFFF">
                  <a:alpha val="100000"/>
                </a:srgbClr>
              </a:solidFill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D90FF219-B4A9-F9D5-B43A-01ECA4EF9714}"/>
              </a:ext>
            </a:extLst>
          </p:cNvPr>
          <p:cNvSpPr/>
          <p:nvPr/>
        </p:nvSpPr>
        <p:spPr>
          <a:xfrm>
            <a:off x="13120740" y="6036635"/>
            <a:ext cx="984373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endParaRPr lang="en-US" sz="2400" dirty="0"/>
          </a:p>
        </p:txBody>
      </p:sp>
      <p:pic>
        <p:nvPicPr>
          <p:cNvPr id="12" name="Image 1" descr=" ">
            <a:extLst>
              <a:ext uri="{FF2B5EF4-FFF2-40B4-BE49-F238E27FC236}">
                <a16:creationId xmlns:a16="http://schemas.microsoft.com/office/drawing/2014/main" id="{3B10C652-0A65-603E-93A7-39F88CE2AD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20740" y="6553055"/>
            <a:ext cx="9742118" cy="12700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3E42BD59-29F9-06B1-EB8E-F731D7F3F2D8}"/>
              </a:ext>
            </a:extLst>
          </p:cNvPr>
          <p:cNvSpPr/>
          <p:nvPr/>
        </p:nvSpPr>
        <p:spPr>
          <a:xfrm>
            <a:off x="13120740" y="7229550"/>
            <a:ext cx="986913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4500"/>
              </a:lnSpc>
              <a:buNone/>
            </a:pPr>
            <a:r>
              <a:rPr lang="zh-CN" altLang="en-US" sz="4000" b="1" kern="0" spc="-30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检索推荐，提高复用效率</a:t>
            </a:r>
            <a:endParaRPr lang="en-US" sz="4000" b="1" kern="0" spc="-30" dirty="0">
              <a:solidFill>
                <a:srgbClr val="FFFFFF">
                  <a:alpha val="100000"/>
                </a:srgbClr>
              </a:solidFill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pic>
        <p:nvPicPr>
          <p:cNvPr id="15" name="Image 2" descr=" ">
            <a:extLst>
              <a:ext uri="{FF2B5EF4-FFF2-40B4-BE49-F238E27FC236}">
                <a16:creationId xmlns:a16="http://schemas.microsoft.com/office/drawing/2014/main" id="{52B95142-E54F-9103-97A7-78068C02EC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20740" y="8215870"/>
            <a:ext cx="9742118" cy="12700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FE123D3A-1D54-C818-18DE-94340EA8CDBA}"/>
              </a:ext>
            </a:extLst>
          </p:cNvPr>
          <p:cNvSpPr/>
          <p:nvPr/>
        </p:nvSpPr>
        <p:spPr>
          <a:xfrm>
            <a:off x="13120739" y="8844520"/>
            <a:ext cx="5861535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500"/>
              </a:lnSpc>
            </a:pPr>
            <a:r>
              <a:rPr lang="zh-CN" altLang="en-US" sz="4000" b="1" kern="0" spc="-30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数据统计，看见知识价值</a:t>
            </a:r>
            <a:endParaRPr lang="en-US" sz="4000" b="1" kern="0" spc="-30" dirty="0">
              <a:solidFill>
                <a:srgbClr val="FFFFFF">
                  <a:alpha val="100000"/>
                </a:srgbClr>
              </a:solidFill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D7DC1CDC-4C47-37BB-1ECD-8EFF1161481A}"/>
              </a:ext>
            </a:extLst>
          </p:cNvPr>
          <p:cNvSpPr/>
          <p:nvPr/>
        </p:nvSpPr>
        <p:spPr>
          <a:xfrm>
            <a:off x="22354794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961395AC-FAF6-206F-E49A-D3A5E59C2344}"/>
              </a:ext>
            </a:extLst>
          </p:cNvPr>
          <p:cNvSpPr/>
          <p:nvPr/>
        </p:nvSpPr>
        <p:spPr>
          <a:xfrm>
            <a:off x="22625760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827553EA-B325-9975-433B-D0A654B96856}"/>
              </a:ext>
            </a:extLst>
          </p:cNvPr>
          <p:cNvSpPr/>
          <p:nvPr/>
        </p:nvSpPr>
        <p:spPr>
          <a:xfrm>
            <a:off x="22761245" y="1528232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10B09570-2453-785B-27ED-AF9BA5B22562}"/>
              </a:ext>
            </a:extLst>
          </p:cNvPr>
          <p:cNvSpPr/>
          <p:nvPr/>
        </p:nvSpPr>
        <p:spPr>
          <a:xfrm>
            <a:off x="22473341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25" name="Image 0" descr=" ">
            <a:extLst>
              <a:ext uri="{FF2B5EF4-FFF2-40B4-BE49-F238E27FC236}">
                <a16:creationId xmlns:a16="http://schemas.microsoft.com/office/drawing/2014/main" id="{A0FD91C7-31A8-1763-03B5-939F95EBF3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31685" y="8343900"/>
            <a:ext cx="4396740" cy="3240000"/>
          </a:xfrm>
          <a:prstGeom prst="rect">
            <a:avLst/>
          </a:prstGeom>
        </p:spPr>
      </p:pic>
      <p:pic>
        <p:nvPicPr>
          <p:cNvPr id="26" name="Image 2" descr=" ">
            <a:extLst>
              <a:ext uri="{FF2B5EF4-FFF2-40B4-BE49-F238E27FC236}">
                <a16:creationId xmlns:a16="http://schemas.microsoft.com/office/drawing/2014/main" id="{611E8BBF-08E8-B6AA-C39F-87ACB569CE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0665" y="9252393"/>
            <a:ext cx="5581584" cy="3595599"/>
          </a:xfrm>
          <a:prstGeom prst="rect">
            <a:avLst/>
          </a:prstGeom>
        </p:spPr>
      </p:pic>
      <p:pic>
        <p:nvPicPr>
          <p:cNvPr id="29" name="Image 0" descr=" ">
            <a:extLst>
              <a:ext uri="{FF2B5EF4-FFF2-40B4-BE49-F238E27FC236}">
                <a16:creationId xmlns:a16="http://schemas.microsoft.com/office/drawing/2014/main" id="{0AABE7D5-7647-C2DB-DA5B-04AEA3F96F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04900" y="9330659"/>
            <a:ext cx="7288221" cy="3439065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7DC484BA-15BC-C17F-9FFD-804E8F18853E}"/>
              </a:ext>
            </a:extLst>
          </p:cNvPr>
          <p:cNvSpPr txBox="1"/>
          <p:nvPr/>
        </p:nvSpPr>
        <p:spPr>
          <a:xfrm>
            <a:off x="1617871" y="934717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散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47609A4-8B29-6FB8-D261-E97CFB5B256A}"/>
              </a:ext>
            </a:extLst>
          </p:cNvPr>
          <p:cNvSpPr txBox="1"/>
          <p:nvPr/>
        </p:nvSpPr>
        <p:spPr>
          <a:xfrm>
            <a:off x="3467428" y="10372137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难找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3FA314E-6B3E-D2BE-4E11-B4FC5A1B77C7}"/>
              </a:ext>
            </a:extLst>
          </p:cNvPr>
          <p:cNvSpPr txBox="1"/>
          <p:nvPr/>
        </p:nvSpPr>
        <p:spPr>
          <a:xfrm>
            <a:off x="8187237" y="10372137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难复用</a:t>
            </a:r>
          </a:p>
        </p:txBody>
      </p:sp>
      <p:pic>
        <p:nvPicPr>
          <p:cNvPr id="35" name="Image 2" descr=" ">
            <a:extLst>
              <a:ext uri="{FF2B5EF4-FFF2-40B4-BE49-F238E27FC236}">
                <a16:creationId xmlns:a16="http://schemas.microsoft.com/office/drawing/2014/main" id="{53311D08-5307-4A6F-D6A9-5AF8DCE67F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08132" y="8166100"/>
            <a:ext cx="5581584" cy="3595599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3AB665DB-CA46-EA3E-28B1-CA46DB18FFE5}"/>
              </a:ext>
            </a:extLst>
          </p:cNvPr>
          <p:cNvSpPr txBox="1"/>
          <p:nvPr/>
        </p:nvSpPr>
        <p:spPr>
          <a:xfrm>
            <a:off x="6093630" y="9281124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难管</a:t>
            </a:r>
          </a:p>
        </p:txBody>
      </p:sp>
      <p:pic>
        <p:nvPicPr>
          <p:cNvPr id="18" name="Image 2" descr=" ">
            <a:extLst>
              <a:ext uri="{FF2B5EF4-FFF2-40B4-BE49-F238E27FC236}">
                <a16:creationId xmlns:a16="http://schemas.microsoft.com/office/drawing/2014/main" id="{5D69127F-A3EF-B32B-E48C-EB335585B8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20740" y="9911320"/>
            <a:ext cx="9742118" cy="12700"/>
          </a:xfrm>
          <a:prstGeom prst="rect">
            <a:avLst/>
          </a:prstGeom>
        </p:spPr>
      </p:pic>
      <p:sp>
        <p:nvSpPr>
          <p:cNvPr id="23" name="Text 9">
            <a:extLst>
              <a:ext uri="{FF2B5EF4-FFF2-40B4-BE49-F238E27FC236}">
                <a16:creationId xmlns:a16="http://schemas.microsoft.com/office/drawing/2014/main" id="{8ED9EB17-B58E-4492-2580-549F6876C353}"/>
              </a:ext>
            </a:extLst>
          </p:cNvPr>
          <p:cNvSpPr/>
          <p:nvPr/>
        </p:nvSpPr>
        <p:spPr>
          <a:xfrm>
            <a:off x="13120739" y="10539970"/>
            <a:ext cx="6102925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4500"/>
              </a:lnSpc>
              <a:buNone/>
            </a:pPr>
            <a:r>
              <a:rPr lang="zh-CN" altLang="en-US" sz="4000" b="1" kern="0" spc="-30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权限分级，保障安全合规</a:t>
            </a:r>
            <a:endParaRPr lang="en-US" sz="4000" b="1" kern="0" spc="-30" dirty="0">
              <a:solidFill>
                <a:srgbClr val="FFFFFF">
                  <a:alpha val="100000"/>
                </a:srgbClr>
              </a:solidFill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9796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71EE95-5322-8E80-E570-CB5E40F1D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8CFC3BC-E43D-5D1E-297B-19B3215F93F0}"/>
              </a:ext>
            </a:extLst>
          </p:cNvPr>
          <p:cNvSpPr/>
          <p:nvPr/>
        </p:nvSpPr>
        <p:spPr>
          <a:xfrm>
            <a:off x="1524191" y="4274584"/>
            <a:ext cx="1064393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Inter Regular" pitchFamily="34" charset="-120"/>
              </a:rPr>
              <a:t>轻量聚焦、角色清晰、流程闭环，部门级知识治理更容易真正落地。</a:t>
            </a:r>
            <a:endParaRPr lang="en-US" sz="2800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D76B5CF-6FC7-93DB-0C4B-1DD2EF5E0A49}"/>
              </a:ext>
            </a:extLst>
          </p:cNvPr>
          <p:cNvSpPr/>
          <p:nvPr/>
        </p:nvSpPr>
        <p:spPr>
          <a:xfrm>
            <a:off x="1524191" y="2538820"/>
            <a:ext cx="10745543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6000" dirty="0">
                <a:solidFill>
                  <a:srgbClr val="FFFFFF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  <a:cs typeface="Archivo Bold" pitchFamily="34" charset="-120"/>
              </a:rPr>
              <a:t>产品优势：为什么是 </a:t>
            </a: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  <a:cs typeface="Archivo Bold" pitchFamily="34" charset="-120"/>
              </a:rPr>
              <a:t>K-Insight</a:t>
            </a:r>
            <a:endParaRPr lang="en-US" sz="6000" dirty="0">
              <a:latin typeface="STZhongsong" panose="02010600040101010101" pitchFamily="2" charset="-122"/>
              <a:ea typeface="STZhongsong" panose="02010600040101010101" pitchFamily="2" charset="-122"/>
            </a:endParaRPr>
          </a:p>
        </p:txBody>
      </p:sp>
      <p:pic>
        <p:nvPicPr>
          <p:cNvPr id="5" name="Image 0" descr=" ">
            <a:extLst>
              <a:ext uri="{FF2B5EF4-FFF2-40B4-BE49-F238E27FC236}">
                <a16:creationId xmlns:a16="http://schemas.microsoft.com/office/drawing/2014/main" id="{134341F5-9455-F8C3-4B28-260C466742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191" y="5715000"/>
            <a:ext cx="11723565" cy="1066800"/>
          </a:xfrm>
          <a:prstGeom prst="rect">
            <a:avLst/>
          </a:prstGeom>
        </p:spPr>
      </p:pic>
      <p:sp>
        <p:nvSpPr>
          <p:cNvPr id="14" name="Text 2">
            <a:extLst>
              <a:ext uri="{FF2B5EF4-FFF2-40B4-BE49-F238E27FC236}">
                <a16:creationId xmlns:a16="http://schemas.microsoft.com/office/drawing/2014/main" id="{DC4F9EB8-BAB4-CD8E-7296-291B1688165B}"/>
              </a:ext>
            </a:extLst>
          </p:cNvPr>
          <p:cNvSpPr/>
          <p:nvPr/>
        </p:nvSpPr>
        <p:spPr>
          <a:xfrm>
            <a:off x="1956044" y="6189479"/>
            <a:ext cx="7400607" cy="555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zh-CN" altLang="en-US" sz="3200" dirty="0">
                <a:solidFill>
                  <a:srgbClr val="FFFFFF">
                    <a:alpha val="100000"/>
                  </a:srgbClr>
                </a:solidFill>
                <a:latin typeface="Source Han Sans SC VF Light" panose="020B0200000000000000" pitchFamily="34" charset="-128"/>
                <a:ea typeface="Source Han Sans SC VF Light" panose="020B0200000000000000" pitchFamily="34" charset="-128"/>
                <a:cs typeface="Inter Bold" pitchFamily="34" charset="-120"/>
              </a:rPr>
              <a:t>流程驱动，覆盖知识全生命周期</a:t>
            </a:r>
            <a:endParaRPr lang="en-US" sz="3200" dirty="0">
              <a:latin typeface="Source Han Sans SC VF Light" panose="020B0200000000000000" pitchFamily="34" charset="-128"/>
              <a:ea typeface="Source Han Sans SC VF Light" panose="020B0200000000000000" pitchFamily="34" charset="-128"/>
            </a:endParaRPr>
          </a:p>
        </p:txBody>
      </p:sp>
      <p:pic>
        <p:nvPicPr>
          <p:cNvPr id="24" name="Image 1" descr=" ">
            <a:extLst>
              <a:ext uri="{FF2B5EF4-FFF2-40B4-BE49-F238E27FC236}">
                <a16:creationId xmlns:a16="http://schemas.microsoft.com/office/drawing/2014/main" id="{66B919BA-E1A0-101C-6E2A-9BAAED7D55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4191" y="7035800"/>
            <a:ext cx="11723565" cy="1066800"/>
          </a:xfrm>
          <a:prstGeom prst="rect">
            <a:avLst/>
          </a:prstGeom>
        </p:spPr>
      </p:pic>
      <p:pic>
        <p:nvPicPr>
          <p:cNvPr id="32" name="Image 2" descr=" ">
            <a:extLst>
              <a:ext uri="{FF2B5EF4-FFF2-40B4-BE49-F238E27FC236}">
                <a16:creationId xmlns:a16="http://schemas.microsoft.com/office/drawing/2014/main" id="{900B609C-5D5C-67D7-32BD-15E1A2BC85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4191" y="8356600"/>
            <a:ext cx="11723565" cy="1066800"/>
          </a:xfrm>
          <a:prstGeom prst="rect">
            <a:avLst/>
          </a:prstGeom>
        </p:spPr>
      </p:pic>
      <p:pic>
        <p:nvPicPr>
          <p:cNvPr id="38" name="Image 3" descr=" ">
            <a:extLst>
              <a:ext uri="{FF2B5EF4-FFF2-40B4-BE49-F238E27FC236}">
                <a16:creationId xmlns:a16="http://schemas.microsoft.com/office/drawing/2014/main" id="{E6755450-3FE9-F131-DAB1-1DF0A07B6D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24191" y="9677400"/>
            <a:ext cx="11723565" cy="1066800"/>
          </a:xfrm>
          <a:prstGeom prst="rect">
            <a:avLst/>
          </a:prstGeom>
        </p:spPr>
      </p:pic>
      <p:pic>
        <p:nvPicPr>
          <p:cNvPr id="41" name="Image 4" descr=" ">
            <a:extLst>
              <a:ext uri="{FF2B5EF4-FFF2-40B4-BE49-F238E27FC236}">
                <a16:creationId xmlns:a16="http://schemas.microsoft.com/office/drawing/2014/main" id="{3022E673-6234-AE7D-3CBC-967688716C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24191" y="10998200"/>
            <a:ext cx="11723565" cy="1066800"/>
          </a:xfrm>
          <a:prstGeom prst="rect">
            <a:avLst/>
          </a:prstGeom>
        </p:spPr>
      </p:pic>
      <p:sp>
        <p:nvSpPr>
          <p:cNvPr id="45" name="Shape 13">
            <a:extLst>
              <a:ext uri="{FF2B5EF4-FFF2-40B4-BE49-F238E27FC236}">
                <a16:creationId xmlns:a16="http://schemas.microsoft.com/office/drawing/2014/main" id="{AA90257C-DCAD-6B92-1503-F7588157C78A}"/>
              </a:ext>
            </a:extLst>
          </p:cNvPr>
          <p:cNvSpPr/>
          <p:nvPr/>
        </p:nvSpPr>
        <p:spPr>
          <a:xfrm>
            <a:off x="22354794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7895FC0D-BA23-7410-8BA5-4DC695C1BC7D}"/>
              </a:ext>
            </a:extLst>
          </p:cNvPr>
          <p:cNvSpPr/>
          <p:nvPr/>
        </p:nvSpPr>
        <p:spPr>
          <a:xfrm>
            <a:off x="22625763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7" name="Shape 15">
            <a:extLst>
              <a:ext uri="{FF2B5EF4-FFF2-40B4-BE49-F238E27FC236}">
                <a16:creationId xmlns:a16="http://schemas.microsoft.com/office/drawing/2014/main" id="{A4A09890-9D77-AFC9-C1B7-446BD76AE446}"/>
              </a:ext>
            </a:extLst>
          </p:cNvPr>
          <p:cNvSpPr/>
          <p:nvPr/>
        </p:nvSpPr>
        <p:spPr>
          <a:xfrm>
            <a:off x="22761245" y="1528232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8" name="Shape 16">
            <a:extLst>
              <a:ext uri="{FF2B5EF4-FFF2-40B4-BE49-F238E27FC236}">
                <a16:creationId xmlns:a16="http://schemas.microsoft.com/office/drawing/2014/main" id="{1269D40A-C24B-DA10-2999-7F0F6B452FA9}"/>
              </a:ext>
            </a:extLst>
          </p:cNvPr>
          <p:cNvSpPr/>
          <p:nvPr/>
        </p:nvSpPr>
        <p:spPr>
          <a:xfrm>
            <a:off x="22473344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9" name="Shape 17">
            <a:extLst>
              <a:ext uri="{FF2B5EF4-FFF2-40B4-BE49-F238E27FC236}">
                <a16:creationId xmlns:a16="http://schemas.microsoft.com/office/drawing/2014/main" id="{EBD9DC65-27C0-8087-37E2-7809B2DDB42B}"/>
              </a:ext>
            </a:extLst>
          </p:cNvPr>
          <p:cNvSpPr/>
          <p:nvPr/>
        </p:nvSpPr>
        <p:spPr>
          <a:xfrm>
            <a:off x="14263883" y="3296952"/>
            <a:ext cx="8344943" cy="8343900"/>
          </a:xfrm>
          <a:prstGeom prst="ellipse">
            <a:avLst/>
          </a:prstGeom>
          <a:solidFill>
            <a:srgbClr val="D9D9D9">
              <a:alpha val="1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0" name="Shape 18">
            <a:extLst>
              <a:ext uri="{FF2B5EF4-FFF2-40B4-BE49-F238E27FC236}">
                <a16:creationId xmlns:a16="http://schemas.microsoft.com/office/drawing/2014/main" id="{0CE90ACA-DAC1-8DE0-11D1-EE6DE2F382A0}"/>
              </a:ext>
            </a:extLst>
          </p:cNvPr>
          <p:cNvSpPr/>
          <p:nvPr/>
        </p:nvSpPr>
        <p:spPr>
          <a:xfrm>
            <a:off x="13806626" y="2788952"/>
            <a:ext cx="9272159" cy="9271000"/>
          </a:xfrm>
          <a:prstGeom prst="ellipse">
            <a:avLst/>
          </a:prstGeom>
          <a:solidFill>
            <a:srgbClr val="D9D9D9">
              <a:alpha val="1000"/>
            </a:srgbClr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51" name="Image 7" descr=" ">
            <a:extLst>
              <a:ext uri="{FF2B5EF4-FFF2-40B4-BE49-F238E27FC236}">
                <a16:creationId xmlns:a16="http://schemas.microsoft.com/office/drawing/2014/main" id="{0C8CC2BE-CBB3-0F8D-DF06-65A95CDA7FD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442705" y="4484402"/>
            <a:ext cx="25403" cy="1289050"/>
          </a:xfrm>
          <a:prstGeom prst="rect">
            <a:avLst/>
          </a:prstGeom>
        </p:spPr>
      </p:pic>
      <p:pic>
        <p:nvPicPr>
          <p:cNvPr id="52" name="Image 8" descr=" ">
            <a:extLst>
              <a:ext uri="{FF2B5EF4-FFF2-40B4-BE49-F238E27FC236}">
                <a16:creationId xmlns:a16="http://schemas.microsoft.com/office/drawing/2014/main" id="{AA464A10-CB0A-1662-47D2-201240818CC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144718" y="6009001"/>
            <a:ext cx="2595974" cy="2957905"/>
          </a:xfrm>
          <a:prstGeom prst="rect">
            <a:avLst/>
          </a:prstGeom>
        </p:spPr>
      </p:pic>
      <p:pic>
        <p:nvPicPr>
          <p:cNvPr id="60" name="Image 16" descr=" ">
            <a:extLst>
              <a:ext uri="{FF2B5EF4-FFF2-40B4-BE49-F238E27FC236}">
                <a16:creationId xmlns:a16="http://schemas.microsoft.com/office/drawing/2014/main" id="{3C61314B-9BEE-CA96-80E4-626939841F1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300675" y="4152432"/>
            <a:ext cx="6309464" cy="6012318"/>
          </a:xfrm>
          <a:prstGeom prst="rect">
            <a:avLst/>
          </a:prstGeom>
        </p:spPr>
      </p:pic>
      <p:pic>
        <p:nvPicPr>
          <p:cNvPr id="61" name="Image 17" descr=" ">
            <a:extLst>
              <a:ext uri="{FF2B5EF4-FFF2-40B4-BE49-F238E27FC236}">
                <a16:creationId xmlns:a16="http://schemas.microsoft.com/office/drawing/2014/main" id="{1B77C449-19EC-3659-032F-97A4DAD5AC2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567098" y="6472997"/>
            <a:ext cx="1395878" cy="621258"/>
          </a:xfrm>
          <a:prstGeom prst="rect">
            <a:avLst/>
          </a:prstGeom>
        </p:spPr>
      </p:pic>
      <p:pic>
        <p:nvPicPr>
          <p:cNvPr id="62" name="Image 18" descr=" ">
            <a:extLst>
              <a:ext uri="{FF2B5EF4-FFF2-40B4-BE49-F238E27FC236}">
                <a16:creationId xmlns:a16="http://schemas.microsoft.com/office/drawing/2014/main" id="{52257B00-FB99-7BB6-F668-9034CCE72B4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9890680" y="6473084"/>
            <a:ext cx="1434175" cy="665621"/>
          </a:xfrm>
          <a:prstGeom prst="rect">
            <a:avLst/>
          </a:prstGeom>
        </p:spPr>
      </p:pic>
      <p:pic>
        <p:nvPicPr>
          <p:cNvPr id="63" name="Image 19" descr=" ">
            <a:extLst>
              <a:ext uri="{FF2B5EF4-FFF2-40B4-BE49-F238E27FC236}">
                <a16:creationId xmlns:a16="http://schemas.microsoft.com/office/drawing/2014/main" id="{98159378-6B82-6D57-FDE4-AF9CC921717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6380831" y="8719851"/>
            <a:ext cx="848873" cy="1257996"/>
          </a:xfrm>
          <a:prstGeom prst="rect">
            <a:avLst/>
          </a:prstGeom>
        </p:spPr>
      </p:pic>
      <p:pic>
        <p:nvPicPr>
          <p:cNvPr id="64" name="Image 20" descr=" ">
            <a:extLst>
              <a:ext uri="{FF2B5EF4-FFF2-40B4-BE49-F238E27FC236}">
                <a16:creationId xmlns:a16="http://schemas.microsoft.com/office/drawing/2014/main" id="{98E40E17-330F-0EA6-AD18-815BCD90678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9662057" y="8719851"/>
            <a:ext cx="848873" cy="1257996"/>
          </a:xfrm>
          <a:prstGeom prst="rect">
            <a:avLst/>
          </a:prstGeom>
        </p:spPr>
      </p:pic>
      <p:pic>
        <p:nvPicPr>
          <p:cNvPr id="65" name="Image 21" descr=" ">
            <a:extLst>
              <a:ext uri="{FF2B5EF4-FFF2-40B4-BE49-F238E27FC236}">
                <a16:creationId xmlns:a16="http://schemas.microsoft.com/office/drawing/2014/main" id="{5DDD75EC-6079-88EE-28FE-020171708EA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4563183" y="3390432"/>
            <a:ext cx="7759045" cy="7390789"/>
          </a:xfrm>
          <a:prstGeom prst="rect">
            <a:avLst/>
          </a:prstGeom>
        </p:spPr>
      </p:pic>
      <p:pic>
        <p:nvPicPr>
          <p:cNvPr id="66" name="Image 22" descr=" ">
            <a:extLst>
              <a:ext uri="{FF2B5EF4-FFF2-40B4-BE49-F238E27FC236}">
                <a16:creationId xmlns:a16="http://schemas.microsoft.com/office/drawing/2014/main" id="{43AC5570-6B8B-D839-4DEE-E98ED404A59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576769" y="2806700"/>
            <a:ext cx="3731873" cy="3469704"/>
          </a:xfrm>
          <a:prstGeom prst="rect">
            <a:avLst/>
          </a:prstGeom>
        </p:spPr>
      </p:pic>
      <p:pic>
        <p:nvPicPr>
          <p:cNvPr id="67" name="Image 23" descr=" ">
            <a:extLst>
              <a:ext uri="{FF2B5EF4-FFF2-40B4-BE49-F238E27FC236}">
                <a16:creationId xmlns:a16="http://schemas.microsoft.com/office/drawing/2014/main" id="{9995624E-2B08-94CD-0F1F-0530F07FCDB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8739890" y="8416248"/>
            <a:ext cx="3470138" cy="3731413"/>
          </a:xfrm>
          <a:prstGeom prst="rect">
            <a:avLst/>
          </a:prstGeom>
        </p:spPr>
      </p:pic>
      <p:pic>
        <p:nvPicPr>
          <p:cNvPr id="68" name="Image 24" descr=" ">
            <a:extLst>
              <a:ext uri="{FF2B5EF4-FFF2-40B4-BE49-F238E27FC236}">
                <a16:creationId xmlns:a16="http://schemas.microsoft.com/office/drawing/2014/main" id="{2DF1DD55-46A5-5D8E-60FD-60AEDF4CEA0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4649979" y="8416248"/>
            <a:ext cx="3470138" cy="3731413"/>
          </a:xfrm>
          <a:prstGeom prst="rect">
            <a:avLst/>
          </a:prstGeom>
        </p:spPr>
      </p:pic>
      <p:pic>
        <p:nvPicPr>
          <p:cNvPr id="69" name="Image 25" descr=" ">
            <a:extLst>
              <a:ext uri="{FF2B5EF4-FFF2-40B4-BE49-F238E27FC236}">
                <a16:creationId xmlns:a16="http://schemas.microsoft.com/office/drawing/2014/main" id="{46F53562-5484-A32F-3D2E-EBB174DA9B4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3604597" y="4927600"/>
            <a:ext cx="3731873" cy="3469704"/>
          </a:xfrm>
          <a:prstGeom prst="rect">
            <a:avLst/>
          </a:prstGeom>
        </p:spPr>
      </p:pic>
      <p:pic>
        <p:nvPicPr>
          <p:cNvPr id="70" name="Image 26" descr=" ">
            <a:extLst>
              <a:ext uri="{FF2B5EF4-FFF2-40B4-BE49-F238E27FC236}">
                <a16:creationId xmlns:a16="http://schemas.microsoft.com/office/drawing/2014/main" id="{AAF6B224-B613-C489-6582-94B7F41C0900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9714061" y="4927600"/>
            <a:ext cx="3731873" cy="3469704"/>
          </a:xfrm>
          <a:prstGeom prst="rect">
            <a:avLst/>
          </a:prstGeom>
        </p:spPr>
      </p:pic>
      <p:sp>
        <p:nvSpPr>
          <p:cNvPr id="71" name="Shape 19">
            <a:extLst>
              <a:ext uri="{FF2B5EF4-FFF2-40B4-BE49-F238E27FC236}">
                <a16:creationId xmlns:a16="http://schemas.microsoft.com/office/drawing/2014/main" id="{3188CBB2-4AA0-C50C-28E9-537E1DDB84F2}"/>
              </a:ext>
            </a:extLst>
          </p:cNvPr>
          <p:cNvSpPr/>
          <p:nvPr/>
        </p:nvSpPr>
        <p:spPr>
          <a:xfrm>
            <a:off x="20098960" y="9652000"/>
            <a:ext cx="762095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72" name="Image 27" descr=" ">
            <a:extLst>
              <a:ext uri="{FF2B5EF4-FFF2-40B4-BE49-F238E27FC236}">
                <a16:creationId xmlns:a16="http://schemas.microsoft.com/office/drawing/2014/main" id="{B3E4D924-890E-24B0-617C-1ED709FD29B7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0200573" y="9753600"/>
            <a:ext cx="558870" cy="558800"/>
          </a:xfrm>
          <a:prstGeom prst="rect">
            <a:avLst/>
          </a:prstGeom>
        </p:spPr>
      </p:pic>
      <p:sp>
        <p:nvSpPr>
          <p:cNvPr id="73" name="Shape 20">
            <a:extLst>
              <a:ext uri="{FF2B5EF4-FFF2-40B4-BE49-F238E27FC236}">
                <a16:creationId xmlns:a16="http://schemas.microsoft.com/office/drawing/2014/main" id="{4A6405D3-3558-EAA6-5562-02BECB54A7C7}"/>
              </a:ext>
            </a:extLst>
          </p:cNvPr>
          <p:cNvSpPr/>
          <p:nvPr/>
        </p:nvSpPr>
        <p:spPr>
          <a:xfrm>
            <a:off x="21203998" y="6032500"/>
            <a:ext cx="762095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74" name="Image 28" descr=" ">
            <a:extLst>
              <a:ext uri="{FF2B5EF4-FFF2-40B4-BE49-F238E27FC236}">
                <a16:creationId xmlns:a16="http://schemas.microsoft.com/office/drawing/2014/main" id="{265D2895-71EE-9CAD-AB12-5C0DCC20F88D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1283383" y="6134100"/>
            <a:ext cx="590624" cy="558800"/>
          </a:xfrm>
          <a:prstGeom prst="rect">
            <a:avLst/>
          </a:prstGeom>
        </p:spPr>
      </p:pic>
      <p:sp>
        <p:nvSpPr>
          <p:cNvPr id="75" name="Shape 21">
            <a:extLst>
              <a:ext uri="{FF2B5EF4-FFF2-40B4-BE49-F238E27FC236}">
                <a16:creationId xmlns:a16="http://schemas.microsoft.com/office/drawing/2014/main" id="{1F62D5AA-D509-759F-F6C4-8CAB39DA0F51}"/>
              </a:ext>
            </a:extLst>
          </p:cNvPr>
          <p:cNvSpPr/>
          <p:nvPr/>
        </p:nvSpPr>
        <p:spPr>
          <a:xfrm>
            <a:off x="18079407" y="3911600"/>
            <a:ext cx="762095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76" name="Image 29" descr=" ">
            <a:extLst>
              <a:ext uri="{FF2B5EF4-FFF2-40B4-BE49-F238E27FC236}">
                <a16:creationId xmlns:a16="http://schemas.microsoft.com/office/drawing/2014/main" id="{7E9A2F51-32E3-FE0D-FCFF-9BCA2AC234F8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8206423" y="4013200"/>
            <a:ext cx="508063" cy="558800"/>
          </a:xfrm>
          <a:prstGeom prst="rect">
            <a:avLst/>
          </a:prstGeom>
        </p:spPr>
      </p:pic>
      <p:sp>
        <p:nvSpPr>
          <p:cNvPr id="77" name="Shape 22">
            <a:extLst>
              <a:ext uri="{FF2B5EF4-FFF2-40B4-BE49-F238E27FC236}">
                <a16:creationId xmlns:a16="http://schemas.microsoft.com/office/drawing/2014/main" id="{98F495B8-9004-41CD-F7E1-2A7607F02DC9}"/>
              </a:ext>
            </a:extLst>
          </p:cNvPr>
          <p:cNvSpPr/>
          <p:nvPr/>
        </p:nvSpPr>
        <p:spPr>
          <a:xfrm>
            <a:off x="15094534" y="6032500"/>
            <a:ext cx="762095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78" name="Image 30" descr=" ">
            <a:extLst>
              <a:ext uri="{FF2B5EF4-FFF2-40B4-BE49-F238E27FC236}">
                <a16:creationId xmlns:a16="http://schemas.microsoft.com/office/drawing/2014/main" id="{FB515D40-DE91-11EB-611B-FDD4A0C49418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5234252" y="6134100"/>
            <a:ext cx="482660" cy="558800"/>
          </a:xfrm>
          <a:prstGeom prst="rect">
            <a:avLst/>
          </a:prstGeom>
        </p:spPr>
      </p:pic>
      <p:sp>
        <p:nvSpPr>
          <p:cNvPr id="79" name="Shape 23">
            <a:extLst>
              <a:ext uri="{FF2B5EF4-FFF2-40B4-BE49-F238E27FC236}">
                <a16:creationId xmlns:a16="http://schemas.microsoft.com/office/drawing/2014/main" id="{337AEBE8-C1C7-6125-4C64-B94BF8BDDB80}"/>
              </a:ext>
            </a:extLst>
          </p:cNvPr>
          <p:cNvSpPr/>
          <p:nvPr/>
        </p:nvSpPr>
        <p:spPr>
          <a:xfrm>
            <a:off x="16009049" y="9652000"/>
            <a:ext cx="762095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80" name="Image 31" descr=" ">
            <a:extLst>
              <a:ext uri="{FF2B5EF4-FFF2-40B4-BE49-F238E27FC236}">
                <a16:creationId xmlns:a16="http://schemas.microsoft.com/office/drawing/2014/main" id="{5AEF7F0A-7BD3-5517-EA52-A96649C01EC9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6110661" y="9753600"/>
            <a:ext cx="558870" cy="558800"/>
          </a:xfrm>
          <a:prstGeom prst="rect">
            <a:avLst/>
          </a:prstGeom>
        </p:spPr>
      </p:pic>
      <p:sp>
        <p:nvSpPr>
          <p:cNvPr id="81" name="Text 2">
            <a:extLst>
              <a:ext uri="{FF2B5EF4-FFF2-40B4-BE49-F238E27FC236}">
                <a16:creationId xmlns:a16="http://schemas.microsoft.com/office/drawing/2014/main" id="{BFD53F21-CD72-75B4-8BB7-6AA1362E81BE}"/>
              </a:ext>
            </a:extLst>
          </p:cNvPr>
          <p:cNvSpPr/>
          <p:nvPr/>
        </p:nvSpPr>
        <p:spPr>
          <a:xfrm>
            <a:off x="1956044" y="7487953"/>
            <a:ext cx="7400607" cy="555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zh-CN" altLang="en-US" sz="3200" dirty="0">
                <a:solidFill>
                  <a:srgbClr val="FFFFFF">
                    <a:alpha val="100000"/>
                  </a:srgbClr>
                </a:solidFill>
                <a:latin typeface="Source Han Sans SC VF Light" panose="020B0200000000000000" pitchFamily="34" charset="-128"/>
                <a:ea typeface="Source Han Sans SC VF Light" panose="020B0200000000000000" pitchFamily="34" charset="-128"/>
                <a:cs typeface="Inter Bold" pitchFamily="34" charset="-120"/>
              </a:rPr>
              <a:t>聚焦核心主线，轻量易落地</a:t>
            </a:r>
            <a:endParaRPr lang="en-US" sz="3200" dirty="0">
              <a:latin typeface="Source Han Sans SC VF Light" panose="020B0200000000000000" pitchFamily="34" charset="-128"/>
              <a:ea typeface="Source Han Sans SC VF Light" panose="020B0200000000000000" pitchFamily="34" charset="-128"/>
            </a:endParaRPr>
          </a:p>
        </p:txBody>
      </p:sp>
      <p:sp>
        <p:nvSpPr>
          <p:cNvPr id="82" name="Text 2">
            <a:extLst>
              <a:ext uri="{FF2B5EF4-FFF2-40B4-BE49-F238E27FC236}">
                <a16:creationId xmlns:a16="http://schemas.microsoft.com/office/drawing/2014/main" id="{22202C41-000A-D311-6A1B-18AFA6D5EF72}"/>
              </a:ext>
            </a:extLst>
          </p:cNvPr>
          <p:cNvSpPr/>
          <p:nvPr/>
        </p:nvSpPr>
        <p:spPr>
          <a:xfrm>
            <a:off x="1956044" y="8786427"/>
            <a:ext cx="7400607" cy="555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zh-CN" altLang="en-US" sz="3200" dirty="0">
                <a:solidFill>
                  <a:srgbClr val="FFFFFF">
                    <a:alpha val="100000"/>
                  </a:srgbClr>
                </a:solidFill>
                <a:latin typeface="Source Han Sans SC VF Light" panose="020B0200000000000000" pitchFamily="34" charset="-128"/>
                <a:ea typeface="Source Han Sans SC VF Light" panose="020B0200000000000000" pitchFamily="34" charset="-128"/>
                <a:cs typeface="Inter Bold" pitchFamily="34" charset="-120"/>
              </a:rPr>
              <a:t>四类角色，职责清晰</a:t>
            </a:r>
          </a:p>
        </p:txBody>
      </p:sp>
      <p:sp>
        <p:nvSpPr>
          <p:cNvPr id="83" name="Text 2">
            <a:extLst>
              <a:ext uri="{FF2B5EF4-FFF2-40B4-BE49-F238E27FC236}">
                <a16:creationId xmlns:a16="http://schemas.microsoft.com/office/drawing/2014/main" id="{8453EAC3-C339-A8CA-95CE-E087B4651CB7}"/>
              </a:ext>
            </a:extLst>
          </p:cNvPr>
          <p:cNvSpPr/>
          <p:nvPr/>
        </p:nvSpPr>
        <p:spPr>
          <a:xfrm>
            <a:off x="1956044" y="10084901"/>
            <a:ext cx="7400607" cy="555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zh-CN" altLang="en-US" sz="3200" dirty="0">
                <a:solidFill>
                  <a:srgbClr val="FFFFFF">
                    <a:alpha val="100000"/>
                  </a:srgbClr>
                </a:solidFill>
                <a:latin typeface="Source Han Sans SC VF Light" panose="020B0200000000000000" pitchFamily="34" charset="-128"/>
                <a:ea typeface="Source Han Sans SC VF Light" panose="020B0200000000000000" pitchFamily="34" charset="-128"/>
                <a:cs typeface="Inter Bold" pitchFamily="34" charset="-120"/>
              </a:rPr>
              <a:t>数据驱动，辅助管理决策</a:t>
            </a:r>
            <a:endParaRPr lang="en-US" sz="3200" dirty="0">
              <a:latin typeface="Source Han Sans SC VF Light" panose="020B0200000000000000" pitchFamily="34" charset="-128"/>
              <a:ea typeface="Source Han Sans SC VF Light" panose="020B0200000000000000" pitchFamily="34" charset="-128"/>
            </a:endParaRPr>
          </a:p>
        </p:txBody>
      </p:sp>
      <p:sp>
        <p:nvSpPr>
          <p:cNvPr id="84" name="Text 2">
            <a:extLst>
              <a:ext uri="{FF2B5EF4-FFF2-40B4-BE49-F238E27FC236}">
                <a16:creationId xmlns:a16="http://schemas.microsoft.com/office/drawing/2014/main" id="{AD1FE45A-67ED-BF6C-CBDE-F9AE43D33AE3}"/>
              </a:ext>
            </a:extLst>
          </p:cNvPr>
          <p:cNvSpPr/>
          <p:nvPr/>
        </p:nvSpPr>
        <p:spPr>
          <a:xfrm>
            <a:off x="1956044" y="11383375"/>
            <a:ext cx="7400607" cy="555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zh-CN" altLang="en-US" sz="3200" dirty="0">
                <a:solidFill>
                  <a:srgbClr val="FFFFFF">
                    <a:alpha val="100000"/>
                  </a:srgbClr>
                </a:solidFill>
                <a:latin typeface="Source Han Sans SC VF Light" panose="020B0200000000000000" pitchFamily="34" charset="-128"/>
                <a:ea typeface="Source Han Sans SC VF Light" panose="020B0200000000000000" pitchFamily="34" charset="-128"/>
                <a:cs typeface="Inter Bold" pitchFamily="34" charset="-120"/>
              </a:rPr>
              <a:t>经验沉淀，形成组织能力</a:t>
            </a:r>
            <a:endParaRPr lang="en-US" sz="3200" dirty="0">
              <a:latin typeface="Source Han Sans SC VF Light" panose="020B0200000000000000" pitchFamily="34" charset="-128"/>
              <a:ea typeface="Source Han Sans SC VF Light" panose="020B0200000000000000" pitchFamily="34" charset="-128"/>
            </a:endParaRPr>
          </a:p>
        </p:txBody>
      </p:sp>
      <p:pic>
        <p:nvPicPr>
          <p:cNvPr id="91" name="图形 90">
            <a:extLst>
              <a:ext uri="{FF2B5EF4-FFF2-40B4-BE49-F238E27FC236}">
                <a16:creationId xmlns:a16="http://schemas.microsoft.com/office/drawing/2014/main" id="{DDA202C5-FF1D-0E4B-C212-E97CE21ECF63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7319935" y="6327204"/>
            <a:ext cx="2279650" cy="227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89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4C5421-292A-106F-287B-30093166B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3" descr=" ">
            <a:extLst>
              <a:ext uri="{FF2B5EF4-FFF2-40B4-BE49-F238E27FC236}">
                <a16:creationId xmlns:a16="http://schemas.microsoft.com/office/drawing/2014/main" id="{CDA9E0FD-D4CA-3F10-9371-3FA70C08B6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18162" y="5443038"/>
            <a:ext cx="1675915" cy="4785723"/>
          </a:xfrm>
          <a:prstGeom prst="rect">
            <a:avLst/>
          </a:prstGeom>
        </p:spPr>
      </p:pic>
      <p:pic>
        <p:nvPicPr>
          <p:cNvPr id="19" name="Image 4" descr=" ">
            <a:extLst>
              <a:ext uri="{FF2B5EF4-FFF2-40B4-BE49-F238E27FC236}">
                <a16:creationId xmlns:a16="http://schemas.microsoft.com/office/drawing/2014/main" id="{005A5C86-7059-5FCA-3EF7-6346AE709B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557867" y="5443038"/>
            <a:ext cx="1675915" cy="4785723"/>
          </a:xfrm>
          <a:prstGeom prst="rect">
            <a:avLst/>
          </a:prstGeom>
        </p:spPr>
      </p:pic>
      <p:pic>
        <p:nvPicPr>
          <p:cNvPr id="20" name="Image 5" descr=" ">
            <a:extLst>
              <a:ext uri="{FF2B5EF4-FFF2-40B4-BE49-F238E27FC236}">
                <a16:creationId xmlns:a16="http://schemas.microsoft.com/office/drawing/2014/main" id="{C167152C-F42B-5FCB-185C-F8EAAF89DB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759358" y="9188614"/>
            <a:ext cx="4820525" cy="2387271"/>
          </a:xfrm>
          <a:prstGeom prst="rect">
            <a:avLst/>
          </a:prstGeom>
        </p:spPr>
      </p:pic>
      <p:pic>
        <p:nvPicPr>
          <p:cNvPr id="21" name="Image 6" descr=" ">
            <a:extLst>
              <a:ext uri="{FF2B5EF4-FFF2-40B4-BE49-F238E27FC236}">
                <a16:creationId xmlns:a16="http://schemas.microsoft.com/office/drawing/2014/main" id="{8659F11A-ED57-7C98-1D74-8183D277C2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759358" y="9188614"/>
            <a:ext cx="4820525" cy="2387271"/>
          </a:xfrm>
          <a:prstGeom prst="rect">
            <a:avLst/>
          </a:prstGeom>
        </p:spPr>
      </p:pic>
      <p:pic>
        <p:nvPicPr>
          <p:cNvPr id="22" name="Image 7" descr=" ">
            <a:extLst>
              <a:ext uri="{FF2B5EF4-FFF2-40B4-BE49-F238E27FC236}">
                <a16:creationId xmlns:a16="http://schemas.microsoft.com/office/drawing/2014/main" id="{7400DF93-E691-93D8-25C1-0F814A822B9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759358" y="9010814"/>
            <a:ext cx="4820525" cy="2387271"/>
          </a:xfrm>
          <a:prstGeom prst="rect">
            <a:avLst/>
          </a:prstGeom>
        </p:spPr>
      </p:pic>
      <p:pic>
        <p:nvPicPr>
          <p:cNvPr id="23" name="Image 8" descr=" ">
            <a:extLst>
              <a:ext uri="{FF2B5EF4-FFF2-40B4-BE49-F238E27FC236}">
                <a16:creationId xmlns:a16="http://schemas.microsoft.com/office/drawing/2014/main" id="{0083AD7C-B81D-E58F-A49B-6782E19AFB4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046246" y="6509693"/>
            <a:ext cx="6246750" cy="3071515"/>
          </a:xfrm>
          <a:prstGeom prst="rect">
            <a:avLst/>
          </a:prstGeom>
        </p:spPr>
      </p:pic>
      <p:pic>
        <p:nvPicPr>
          <p:cNvPr id="25" name="Image 9" descr=" ">
            <a:extLst>
              <a:ext uri="{FF2B5EF4-FFF2-40B4-BE49-F238E27FC236}">
                <a16:creationId xmlns:a16="http://schemas.microsoft.com/office/drawing/2014/main" id="{CCA05D4C-9F12-B1FA-2B68-21514D7F850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046246" y="6306493"/>
            <a:ext cx="6246750" cy="3071515"/>
          </a:xfrm>
          <a:prstGeom prst="rect">
            <a:avLst/>
          </a:prstGeom>
        </p:spPr>
      </p:pic>
      <p:pic>
        <p:nvPicPr>
          <p:cNvPr id="26" name="Image 10" descr=" ">
            <a:extLst>
              <a:ext uri="{FF2B5EF4-FFF2-40B4-BE49-F238E27FC236}">
                <a16:creationId xmlns:a16="http://schemas.microsoft.com/office/drawing/2014/main" id="{F095E5D2-8CDF-3BF7-6684-8238CAE13B5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3979077" y="3131592"/>
            <a:ext cx="8381088" cy="4087316"/>
          </a:xfrm>
          <a:prstGeom prst="rect">
            <a:avLst/>
          </a:prstGeom>
        </p:spPr>
      </p:pic>
      <p:pic>
        <p:nvPicPr>
          <p:cNvPr id="27" name="Image 11" descr=" ">
            <a:extLst>
              <a:ext uri="{FF2B5EF4-FFF2-40B4-BE49-F238E27FC236}">
                <a16:creationId xmlns:a16="http://schemas.microsoft.com/office/drawing/2014/main" id="{FD9F5AEC-E5B9-3194-AAB8-25DE55D3E62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3979077" y="2902992"/>
            <a:ext cx="8381088" cy="4087316"/>
          </a:xfrm>
          <a:prstGeom prst="rect">
            <a:avLst/>
          </a:prstGeom>
        </p:spPr>
      </p:pic>
      <p:sp>
        <p:nvSpPr>
          <p:cNvPr id="28" name="Text 10">
            <a:extLst>
              <a:ext uri="{FF2B5EF4-FFF2-40B4-BE49-F238E27FC236}">
                <a16:creationId xmlns:a16="http://schemas.microsoft.com/office/drawing/2014/main" id="{3CAE5C89-F6C0-4ED8-4365-7D949D4F3DF2}"/>
              </a:ext>
            </a:extLst>
          </p:cNvPr>
          <p:cNvSpPr/>
          <p:nvPr/>
        </p:nvSpPr>
        <p:spPr>
          <a:xfrm>
            <a:off x="16699201" y="4262233"/>
            <a:ext cx="2940837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algn="ctr">
              <a:lnSpc>
                <a:spcPct val="130000"/>
              </a:lnSpc>
              <a:buNone/>
            </a:pPr>
            <a:r>
              <a:rPr lang="zh-CN" altLang="en-US" sz="3600" b="1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增值服务</a:t>
            </a:r>
            <a:endParaRPr lang="en-US" altLang="zh-CN" sz="3600" b="1" kern="0" spc="-48" dirty="0">
              <a:solidFill>
                <a:srgbClr val="FFFFFF">
                  <a:alpha val="100000"/>
                </a:srgbClr>
              </a:solidFill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  <a:p>
            <a:pPr indent="0" algn="ctr">
              <a:lnSpc>
                <a:spcPct val="130000"/>
              </a:lnSpc>
              <a:buNone/>
            </a:pPr>
            <a:r>
              <a:rPr lang="zh-CN" altLang="en-US" sz="3600" b="1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加速落地实施</a:t>
            </a:r>
            <a:endParaRPr lang="en-US" sz="3600" b="1" kern="0" spc="-48" dirty="0">
              <a:solidFill>
                <a:srgbClr val="FFFFFF">
                  <a:alpha val="100000"/>
                </a:srgbClr>
              </a:solidFill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BF3E3164-D78F-1C95-EE29-2D7FC88193D4}"/>
              </a:ext>
            </a:extLst>
          </p:cNvPr>
          <p:cNvSpPr/>
          <p:nvPr/>
        </p:nvSpPr>
        <p:spPr>
          <a:xfrm>
            <a:off x="16928301" y="7461250"/>
            <a:ext cx="258425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zh-CN" altLang="en-US" sz="3200" b="1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专业版</a:t>
            </a:r>
            <a:endParaRPr lang="en-US" altLang="zh-CN" sz="3200" b="1" kern="0" spc="-48" dirty="0">
              <a:solidFill>
                <a:srgbClr val="FFFFFF">
                  <a:alpha val="100000"/>
                </a:srgbClr>
              </a:solidFill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  <a:p>
            <a:pPr algn="ctr">
              <a:lnSpc>
                <a:spcPct val="130000"/>
              </a:lnSpc>
            </a:pPr>
            <a:r>
              <a:rPr lang="zh-CN" altLang="en-US" sz="3200" b="1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释放管理深度</a:t>
            </a:r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1736C919-D67D-6608-FDBD-FDA98ED88410}"/>
              </a:ext>
            </a:extLst>
          </p:cNvPr>
          <p:cNvSpPr/>
          <p:nvPr/>
        </p:nvSpPr>
        <p:spPr>
          <a:xfrm>
            <a:off x="17007426" y="9905410"/>
            <a:ext cx="2426003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zh-CN" altLang="en-US" sz="2800" b="1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基础功能免费</a:t>
            </a:r>
            <a:endParaRPr lang="en-US" altLang="zh-CN" sz="2800" b="1" kern="0" spc="-48" dirty="0">
              <a:solidFill>
                <a:srgbClr val="FFFFFF">
                  <a:alpha val="100000"/>
                </a:srgbClr>
              </a:solidFill>
              <a:latin typeface="Source Han Sans SC VF" panose="020B0200000000000000" pitchFamily="34" charset="-128"/>
              <a:ea typeface="Source Han Sans SC VF" panose="020B0200000000000000" pitchFamily="34" charset="-128"/>
              <a:cs typeface="Inter Regular" pitchFamily="34" charset="-120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zh-CN" altLang="en-US" sz="2800" b="1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零门槛试用</a:t>
            </a:r>
            <a:endParaRPr lang="en-US" sz="2800" b="1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D8DEB9DD-CDC0-0D69-9AA0-48BE98FAEBC7}"/>
              </a:ext>
            </a:extLst>
          </p:cNvPr>
          <p:cNvSpPr/>
          <p:nvPr/>
        </p:nvSpPr>
        <p:spPr>
          <a:xfrm>
            <a:off x="22354794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FC3675D6-A367-51A1-7E2F-5204C646F204}"/>
              </a:ext>
            </a:extLst>
          </p:cNvPr>
          <p:cNvSpPr/>
          <p:nvPr/>
        </p:nvSpPr>
        <p:spPr>
          <a:xfrm>
            <a:off x="22625757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E5F07DB6-A170-FB87-2EF6-AC5FE7391681}"/>
              </a:ext>
            </a:extLst>
          </p:cNvPr>
          <p:cNvSpPr/>
          <p:nvPr/>
        </p:nvSpPr>
        <p:spPr>
          <a:xfrm>
            <a:off x="22761245" y="1528232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6" name="Shape 17">
            <a:extLst>
              <a:ext uri="{FF2B5EF4-FFF2-40B4-BE49-F238E27FC236}">
                <a16:creationId xmlns:a16="http://schemas.microsoft.com/office/drawing/2014/main" id="{7F8E4D94-B233-DA1D-A387-9089BE3F3B25}"/>
              </a:ext>
            </a:extLst>
          </p:cNvPr>
          <p:cNvSpPr/>
          <p:nvPr/>
        </p:nvSpPr>
        <p:spPr>
          <a:xfrm>
            <a:off x="22473338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E12FB174-D151-A2E7-E628-652AD7BA416B}"/>
              </a:ext>
            </a:extLst>
          </p:cNvPr>
          <p:cNvSpPr/>
          <p:nvPr/>
        </p:nvSpPr>
        <p:spPr>
          <a:xfrm>
            <a:off x="1524191" y="4554333"/>
            <a:ext cx="10669396" cy="2904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8600" kern="0" spc="-258" dirty="0">
                <a:solidFill>
                  <a:srgbClr val="DEDEDE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  <a:cs typeface="Archivo Bold" pitchFamily="34" charset="-120"/>
              </a:rPr>
              <a:t>商业模式：</a:t>
            </a:r>
            <a:endParaRPr lang="en-US" altLang="zh-CN" sz="8600" kern="0" spc="-258" dirty="0">
              <a:solidFill>
                <a:srgbClr val="DEDEDE">
                  <a:alpha val="100000"/>
                </a:srgbClr>
              </a:solidFill>
              <a:latin typeface="STZhongsong" panose="02010600040101010101" pitchFamily="2" charset="-122"/>
              <a:ea typeface="STZhongsong" panose="02010600040101010101" pitchFamily="2" charset="-122"/>
              <a:cs typeface="Archivo Bold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8600" kern="0" spc="-258" dirty="0">
                <a:solidFill>
                  <a:srgbClr val="DEDEDE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  <a:cs typeface="Archivo Bold" pitchFamily="34" charset="-120"/>
              </a:rPr>
              <a:t>免费获客，增值变现</a:t>
            </a:r>
            <a:endParaRPr lang="en-US" altLang="zh-CN" sz="8600" kern="0" spc="-258" dirty="0">
              <a:solidFill>
                <a:srgbClr val="DEDEDE">
                  <a:alpha val="100000"/>
                </a:srgbClr>
              </a:solidFill>
              <a:latin typeface="STZhongsong" panose="02010600040101010101" pitchFamily="2" charset="-122"/>
              <a:ea typeface="STZhongsong" panose="02010600040101010101" pitchFamily="2" charset="-122"/>
              <a:cs typeface="Archivo Bol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62474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CD44E7-D102-4CA0-2A95-20F4034C6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51">
            <a:extLst>
              <a:ext uri="{FF2B5EF4-FFF2-40B4-BE49-F238E27FC236}">
                <a16:creationId xmlns:a16="http://schemas.microsoft.com/office/drawing/2014/main" id="{176E9CAD-E719-5365-B6D4-43CD609361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1911" y="1016000"/>
            <a:ext cx="17356424" cy="13289700"/>
          </a:xfrm>
          <a:prstGeom prst="rect">
            <a:avLst/>
          </a:prstGeom>
        </p:spPr>
      </p:pic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48AA5EA3-9CCD-1BB4-1AA3-30E0524458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48368" y="3073400"/>
            <a:ext cx="13235054" cy="11430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CF628CAA-D0E4-9BED-3701-0B217129B742}"/>
              </a:ext>
            </a:extLst>
          </p:cNvPr>
          <p:cNvSpPr/>
          <p:nvPr/>
        </p:nvSpPr>
        <p:spPr>
          <a:xfrm>
            <a:off x="9653206" y="3454400"/>
            <a:ext cx="1244756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3600" b="1" dirty="0" err="1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Bold" pitchFamily="34" charset="-120"/>
              </a:rPr>
              <a:t>产品</a:t>
            </a:r>
            <a:endParaRPr lang="en-US" sz="3600" b="1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8073C3F-FAC2-32E6-FB78-4C43BDD56E2C}"/>
              </a:ext>
            </a:extLst>
          </p:cNvPr>
          <p:cNvSpPr/>
          <p:nvPr/>
        </p:nvSpPr>
        <p:spPr>
          <a:xfrm>
            <a:off x="9653206" y="4830961"/>
            <a:ext cx="3063334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Confluence </a:t>
            </a: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标准版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1A74D1F-9E48-7389-7910-728FB86E7024}"/>
              </a:ext>
            </a:extLst>
          </p:cNvPr>
          <p:cNvSpPr/>
          <p:nvPr/>
        </p:nvSpPr>
        <p:spPr>
          <a:xfrm>
            <a:off x="14047956" y="4830961"/>
            <a:ext cx="3340518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约 </a:t>
            </a:r>
            <a:r>
              <a:rPr lang="en-US" altLang="zh-CN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¥35,000/</a:t>
            </a: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年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8BB93FF-314F-58C9-627B-1B1ACBBADE31}"/>
              </a:ext>
            </a:extLst>
          </p:cNvPr>
          <p:cNvSpPr/>
          <p:nvPr/>
        </p:nvSpPr>
        <p:spPr>
          <a:xfrm>
            <a:off x="18493511" y="4830961"/>
            <a:ext cx="3785073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altLang="zh-CN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$5/</a:t>
            </a: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人</a:t>
            </a:r>
            <a:r>
              <a:rPr lang="en-US" altLang="zh-CN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/</a:t>
            </a: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月</a:t>
            </a:r>
            <a:r>
              <a:rPr lang="en-US" altLang="zh-CN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×100×12</a:t>
            </a: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，需科学上网，响应慢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454B551-44F9-3074-110F-6C01B0CA03C2}"/>
              </a:ext>
            </a:extLst>
          </p:cNvPr>
          <p:cNvSpPr/>
          <p:nvPr/>
        </p:nvSpPr>
        <p:spPr>
          <a:xfrm>
            <a:off x="9653206" y="6525444"/>
            <a:ext cx="2616526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00" kern="0" spc="-48" dirty="0" err="1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PingCode</a:t>
            </a:r>
            <a:r>
              <a:rPr 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 Wiki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7562BDC-5718-E508-795A-3FA529481A89}"/>
              </a:ext>
            </a:extLst>
          </p:cNvPr>
          <p:cNvSpPr/>
          <p:nvPr/>
        </p:nvSpPr>
        <p:spPr>
          <a:xfrm>
            <a:off x="9653206" y="8038368"/>
            <a:ext cx="1841730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钉钉专业版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072473E-6F77-2B7A-8DB0-A1DA33354B46}"/>
              </a:ext>
            </a:extLst>
          </p:cNvPr>
          <p:cNvSpPr/>
          <p:nvPr/>
        </p:nvSpPr>
        <p:spPr>
          <a:xfrm>
            <a:off x="9653205" y="9551293"/>
            <a:ext cx="1841729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飞书基础版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3AFD42AC-F042-1E57-5102-9D141CF3548D}"/>
              </a:ext>
            </a:extLst>
          </p:cNvPr>
          <p:cNvSpPr/>
          <p:nvPr/>
        </p:nvSpPr>
        <p:spPr>
          <a:xfrm>
            <a:off x="9653205" y="11064211"/>
            <a:ext cx="2616526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K-Insight </a:t>
            </a: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专业版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F4376AC5-DA39-BD39-63D8-C9F78F7139F0}"/>
              </a:ext>
            </a:extLst>
          </p:cNvPr>
          <p:cNvSpPr/>
          <p:nvPr/>
        </p:nvSpPr>
        <p:spPr>
          <a:xfrm>
            <a:off x="14047956" y="6525444"/>
            <a:ext cx="3061083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约 </a:t>
            </a:r>
            <a:r>
              <a:rPr lang="en-US" altLang="zh-CN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¥29,000/</a:t>
            </a: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年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175B949C-6A5E-E1B3-E7A6-9D492FBC0876}"/>
              </a:ext>
            </a:extLst>
          </p:cNvPr>
          <p:cNvSpPr/>
          <p:nvPr/>
        </p:nvSpPr>
        <p:spPr>
          <a:xfrm>
            <a:off x="14047956" y="8038368"/>
            <a:ext cx="3594549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altLang="zh-CN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¥9,800/</a:t>
            </a: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年（不限人数）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AC69B7F2-9B7B-92A7-2F7F-4F7D9DDCB85F}"/>
              </a:ext>
            </a:extLst>
          </p:cNvPr>
          <p:cNvSpPr/>
          <p:nvPr/>
        </p:nvSpPr>
        <p:spPr>
          <a:xfrm>
            <a:off x="14047956" y="9551293"/>
            <a:ext cx="3594549" cy="1190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免费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pic>
        <p:nvPicPr>
          <p:cNvPr id="15" name="Graphic 57">
            <a:extLst>
              <a:ext uri="{FF2B5EF4-FFF2-40B4-BE49-F238E27FC236}">
                <a16:creationId xmlns:a16="http://schemas.microsoft.com/office/drawing/2014/main" id="{56DC8119-F7CD-97C6-0578-348003F161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48368" y="4709933"/>
            <a:ext cx="13235054" cy="7545183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773301B4-8BAB-4B04-916C-1EA0B0AFC0C0}"/>
              </a:ext>
            </a:extLst>
          </p:cNvPr>
          <p:cNvSpPr/>
          <p:nvPr/>
        </p:nvSpPr>
        <p:spPr>
          <a:xfrm>
            <a:off x="14047956" y="11064211"/>
            <a:ext cx="3594549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altLang="zh-CN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¥6,000–12,000/</a:t>
            </a: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年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84F9C96B-20A2-2D92-97D8-F0FAF69CDB59}"/>
              </a:ext>
            </a:extLst>
          </p:cNvPr>
          <p:cNvSpPr/>
          <p:nvPr/>
        </p:nvSpPr>
        <p:spPr>
          <a:xfrm>
            <a:off x="18493511" y="6525444"/>
            <a:ext cx="3912089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Confluence</a:t>
            </a: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替代品，聚焦研发场景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B9AC98D4-AA60-F826-2D56-78BD97EC2AD2}"/>
              </a:ext>
            </a:extLst>
          </p:cNvPr>
          <p:cNvSpPr/>
          <p:nvPr/>
        </p:nvSpPr>
        <p:spPr>
          <a:xfrm>
            <a:off x="18493511" y="8038368"/>
            <a:ext cx="3912089" cy="1190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知识管理是附属功能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7BAB746F-6018-1A24-1EA2-D00000957DB6}"/>
              </a:ext>
            </a:extLst>
          </p:cNvPr>
          <p:cNvSpPr/>
          <p:nvPr/>
        </p:nvSpPr>
        <p:spPr>
          <a:xfrm>
            <a:off x="18493511" y="9551293"/>
            <a:ext cx="3785073" cy="1190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仅适合</a:t>
            </a:r>
            <a:r>
              <a:rPr lang="en-US" altLang="zh-CN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100</a:t>
            </a: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人以内小型团队，知识库功能受限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1B9531EC-FDB1-0CF3-1E9E-880FB6785D63}"/>
              </a:ext>
            </a:extLst>
          </p:cNvPr>
          <p:cNvSpPr/>
          <p:nvPr/>
        </p:nvSpPr>
        <p:spPr>
          <a:xfrm>
            <a:off x="18493512" y="11064211"/>
            <a:ext cx="3514136" cy="1190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按账号数或部门数订阅，低于主流竞品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F53EDBDF-14E4-F90B-788B-5F317C8D5E5E}"/>
              </a:ext>
            </a:extLst>
          </p:cNvPr>
          <p:cNvSpPr/>
          <p:nvPr/>
        </p:nvSpPr>
        <p:spPr>
          <a:xfrm>
            <a:off x="14047956" y="3454400"/>
            <a:ext cx="3188098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altLang="zh-CN" sz="3600" b="1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Bold" pitchFamily="34" charset="-120"/>
              </a:rPr>
              <a:t>100</a:t>
            </a:r>
            <a:r>
              <a:rPr lang="zh-CN" altLang="en-US" sz="3600" b="1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Bold" pitchFamily="34" charset="-120"/>
              </a:rPr>
              <a:t>人年费估算</a:t>
            </a:r>
            <a:endParaRPr lang="en-US" sz="3600" b="1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B672ABAE-B5FB-09F9-C8C6-5E51322456AF}"/>
              </a:ext>
            </a:extLst>
          </p:cNvPr>
          <p:cNvSpPr/>
          <p:nvPr/>
        </p:nvSpPr>
        <p:spPr>
          <a:xfrm>
            <a:off x="18493511" y="3454400"/>
            <a:ext cx="3226203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zh-CN" altLang="en-US" sz="3600" b="1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Bold" pitchFamily="34" charset="-120"/>
              </a:rPr>
              <a:t>对比</a:t>
            </a:r>
            <a:endParaRPr lang="en-US" sz="3600" b="1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pic>
        <p:nvPicPr>
          <p:cNvPr id="40" name="Image 3" descr=" ">
            <a:extLst>
              <a:ext uri="{FF2B5EF4-FFF2-40B4-BE49-F238E27FC236}">
                <a16:creationId xmlns:a16="http://schemas.microsoft.com/office/drawing/2014/main" id="{B84FE8A7-E3BD-20C1-E6B6-9D3D77EF01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736767" y="3371850"/>
            <a:ext cx="12702" cy="660400"/>
          </a:xfrm>
          <a:prstGeom prst="rect">
            <a:avLst/>
          </a:prstGeom>
        </p:spPr>
      </p:pic>
      <p:pic>
        <p:nvPicPr>
          <p:cNvPr id="41" name="Image 4" descr=" ">
            <a:extLst>
              <a:ext uri="{FF2B5EF4-FFF2-40B4-BE49-F238E27FC236}">
                <a16:creationId xmlns:a16="http://schemas.microsoft.com/office/drawing/2014/main" id="{7003E8B1-0EC6-909A-0CB8-CFD48B4C6D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182323" y="3371850"/>
            <a:ext cx="12702" cy="660400"/>
          </a:xfrm>
          <a:prstGeom prst="rect">
            <a:avLst/>
          </a:prstGeom>
        </p:spPr>
      </p:pic>
      <p:sp>
        <p:nvSpPr>
          <p:cNvPr id="43" name="Text 19">
            <a:extLst>
              <a:ext uri="{FF2B5EF4-FFF2-40B4-BE49-F238E27FC236}">
                <a16:creationId xmlns:a16="http://schemas.microsoft.com/office/drawing/2014/main" id="{C44D8EFA-18A6-B7B2-130E-238241FC7AD2}"/>
              </a:ext>
            </a:extLst>
          </p:cNvPr>
          <p:cNvSpPr/>
          <p:nvPr/>
        </p:nvSpPr>
        <p:spPr>
          <a:xfrm>
            <a:off x="1676610" y="4068961"/>
            <a:ext cx="6993402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zh-CN" altLang="en-US" sz="7200" dirty="0">
                <a:solidFill>
                  <a:srgbClr val="FFFFFF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  <a:cs typeface="Archivo Bold" pitchFamily="34" charset="-120"/>
              </a:rPr>
              <a:t>成本收益：</a:t>
            </a:r>
            <a:endParaRPr lang="en-US" altLang="zh-CN" sz="7200" dirty="0">
              <a:solidFill>
                <a:srgbClr val="FFFFFF">
                  <a:alpha val="100000"/>
                </a:srgbClr>
              </a:solidFill>
              <a:latin typeface="STZhongsong" panose="02010600040101010101" pitchFamily="2" charset="-122"/>
              <a:ea typeface="STZhongsong" panose="02010600040101010101" pitchFamily="2" charset="-122"/>
              <a:cs typeface="Archivo Bold" pitchFamily="34" charset="-120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zh-CN" altLang="en-US" sz="6000" dirty="0">
                <a:solidFill>
                  <a:srgbClr val="FFFFFF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  <a:cs typeface="Archivo Bold" pitchFamily="34" charset="-120"/>
              </a:rPr>
              <a:t>轻量投入，长期回报</a:t>
            </a:r>
            <a:endParaRPr lang="en-US" sz="6000" dirty="0">
              <a:latin typeface="STZhongsong" panose="02010600040101010101" pitchFamily="2" charset="-122"/>
              <a:ea typeface="STZhongsong" panose="02010600040101010101" pitchFamily="2" charset="-122"/>
            </a:endParaRPr>
          </a:p>
        </p:txBody>
      </p:sp>
      <p:pic>
        <p:nvPicPr>
          <p:cNvPr id="44" name="Image 5" descr=" ">
            <a:extLst>
              <a:ext uri="{FF2B5EF4-FFF2-40B4-BE49-F238E27FC236}">
                <a16:creationId xmlns:a16="http://schemas.microsoft.com/office/drawing/2014/main" id="{007640D3-25A3-B5C5-F04B-AE1BCF51A43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77010" y="8918949"/>
            <a:ext cx="1263808" cy="2295151"/>
          </a:xfrm>
          <a:prstGeom prst="rect">
            <a:avLst/>
          </a:prstGeom>
        </p:spPr>
      </p:pic>
      <p:pic>
        <p:nvPicPr>
          <p:cNvPr id="45" name="Image 6" descr=" ">
            <a:extLst>
              <a:ext uri="{FF2B5EF4-FFF2-40B4-BE49-F238E27FC236}">
                <a16:creationId xmlns:a16="http://schemas.microsoft.com/office/drawing/2014/main" id="{EEBB3BB8-82DA-10A8-1CE1-2FC6DF49F21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40818" y="8918949"/>
            <a:ext cx="1263808" cy="2295151"/>
          </a:xfrm>
          <a:prstGeom prst="rect">
            <a:avLst/>
          </a:prstGeom>
        </p:spPr>
      </p:pic>
      <p:pic>
        <p:nvPicPr>
          <p:cNvPr id="46" name="Image 7" descr=" ">
            <a:extLst>
              <a:ext uri="{FF2B5EF4-FFF2-40B4-BE49-F238E27FC236}">
                <a16:creationId xmlns:a16="http://schemas.microsoft.com/office/drawing/2014/main" id="{67C2528C-7F39-9CDB-F2EA-681C3E1057A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77010" y="8178800"/>
            <a:ext cx="2527616" cy="1524000"/>
          </a:xfrm>
          <a:prstGeom prst="rect">
            <a:avLst/>
          </a:prstGeom>
        </p:spPr>
      </p:pic>
      <p:pic>
        <p:nvPicPr>
          <p:cNvPr id="47" name="Image 8" descr=" ">
            <a:extLst>
              <a:ext uri="{FF2B5EF4-FFF2-40B4-BE49-F238E27FC236}">
                <a16:creationId xmlns:a16="http://schemas.microsoft.com/office/drawing/2014/main" id="{7A0D8E8E-415B-7DEC-438D-800CE4B6991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540818" y="8856694"/>
            <a:ext cx="699527" cy="1270012"/>
          </a:xfrm>
          <a:prstGeom prst="rect">
            <a:avLst/>
          </a:prstGeom>
        </p:spPr>
      </p:pic>
      <p:pic>
        <p:nvPicPr>
          <p:cNvPr id="48" name="Image 9" descr=" ">
            <a:extLst>
              <a:ext uri="{FF2B5EF4-FFF2-40B4-BE49-F238E27FC236}">
                <a16:creationId xmlns:a16="http://schemas.microsoft.com/office/drawing/2014/main" id="{0B5740DF-E83A-F8AD-F919-397CFB964D8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841523" y="8856694"/>
            <a:ext cx="699294" cy="1270012"/>
          </a:xfrm>
          <a:prstGeom prst="rect">
            <a:avLst/>
          </a:prstGeom>
        </p:spPr>
      </p:pic>
      <p:pic>
        <p:nvPicPr>
          <p:cNvPr id="49" name="Image 10" descr=" ">
            <a:extLst>
              <a:ext uri="{FF2B5EF4-FFF2-40B4-BE49-F238E27FC236}">
                <a16:creationId xmlns:a16="http://schemas.microsoft.com/office/drawing/2014/main" id="{0E4ABAC7-92EA-7573-577D-052C11CCC45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841523" y="9716971"/>
            <a:ext cx="1398821" cy="819235"/>
          </a:xfrm>
          <a:prstGeom prst="rect">
            <a:avLst/>
          </a:prstGeom>
        </p:spPr>
      </p:pic>
      <p:pic>
        <p:nvPicPr>
          <p:cNvPr id="50" name="Image 11" descr=" ">
            <a:extLst>
              <a:ext uri="{FF2B5EF4-FFF2-40B4-BE49-F238E27FC236}">
                <a16:creationId xmlns:a16="http://schemas.microsoft.com/office/drawing/2014/main" id="{8DD04E37-1DDE-F8BB-8A8B-E8989D346E7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76610" y="8106234"/>
            <a:ext cx="635079" cy="1153342"/>
          </a:xfrm>
          <a:prstGeom prst="rect">
            <a:avLst/>
          </a:prstGeom>
        </p:spPr>
      </p:pic>
      <p:pic>
        <p:nvPicPr>
          <p:cNvPr id="51" name="Image 12" descr=" ">
            <a:extLst>
              <a:ext uri="{FF2B5EF4-FFF2-40B4-BE49-F238E27FC236}">
                <a16:creationId xmlns:a16="http://schemas.microsoft.com/office/drawing/2014/main" id="{E0AE8E41-DC00-E5D3-061A-449CCCD1D09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311689" y="8106234"/>
            <a:ext cx="635079" cy="1153342"/>
          </a:xfrm>
          <a:prstGeom prst="rect">
            <a:avLst/>
          </a:prstGeom>
        </p:spPr>
      </p:pic>
      <p:pic>
        <p:nvPicPr>
          <p:cNvPr id="52" name="Image 13" descr=" ">
            <a:extLst>
              <a:ext uri="{FF2B5EF4-FFF2-40B4-BE49-F238E27FC236}">
                <a16:creationId xmlns:a16="http://schemas.microsoft.com/office/drawing/2014/main" id="{608290B1-606D-E186-D8BF-5D81DBA9183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76610" y="7734300"/>
            <a:ext cx="1270159" cy="765829"/>
          </a:xfrm>
          <a:prstGeom prst="rect">
            <a:avLst/>
          </a:prstGeom>
        </p:spPr>
      </p:pic>
      <p:pic>
        <p:nvPicPr>
          <p:cNvPr id="53" name="Image 14" descr=" ">
            <a:extLst>
              <a:ext uri="{FF2B5EF4-FFF2-40B4-BE49-F238E27FC236}">
                <a16:creationId xmlns:a16="http://schemas.microsoft.com/office/drawing/2014/main" id="{824A7614-985A-6F26-DA3A-2C43104F9EB2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311689" y="8074951"/>
            <a:ext cx="351520" cy="638197"/>
          </a:xfrm>
          <a:prstGeom prst="rect">
            <a:avLst/>
          </a:prstGeom>
        </p:spPr>
      </p:pic>
      <p:pic>
        <p:nvPicPr>
          <p:cNvPr id="54" name="Image 15" descr=" ">
            <a:extLst>
              <a:ext uri="{FF2B5EF4-FFF2-40B4-BE49-F238E27FC236}">
                <a16:creationId xmlns:a16="http://schemas.microsoft.com/office/drawing/2014/main" id="{62141332-37E7-9644-1667-022337F11121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960284" y="8074951"/>
            <a:ext cx="351405" cy="638197"/>
          </a:xfrm>
          <a:prstGeom prst="rect">
            <a:avLst/>
          </a:prstGeom>
        </p:spPr>
      </p:pic>
      <p:pic>
        <p:nvPicPr>
          <p:cNvPr id="55" name="Image 16" descr=" ">
            <a:extLst>
              <a:ext uri="{FF2B5EF4-FFF2-40B4-BE49-F238E27FC236}">
                <a16:creationId xmlns:a16="http://schemas.microsoft.com/office/drawing/2014/main" id="{F6F8C098-7477-EE05-462B-D59D064FD971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960284" y="8507250"/>
            <a:ext cx="702926" cy="411676"/>
          </a:xfrm>
          <a:prstGeom prst="rect">
            <a:avLst/>
          </a:prstGeom>
        </p:spPr>
      </p:pic>
      <p:pic>
        <p:nvPicPr>
          <p:cNvPr id="56" name="Image 17" descr=" ">
            <a:extLst>
              <a:ext uri="{FF2B5EF4-FFF2-40B4-BE49-F238E27FC236}">
                <a16:creationId xmlns:a16="http://schemas.microsoft.com/office/drawing/2014/main" id="{DC12F192-5851-7D2B-DC96-C14A14C5790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134867" y="10824034"/>
            <a:ext cx="635079" cy="1153342"/>
          </a:xfrm>
          <a:prstGeom prst="rect">
            <a:avLst/>
          </a:prstGeom>
        </p:spPr>
      </p:pic>
      <p:pic>
        <p:nvPicPr>
          <p:cNvPr id="57" name="Image 18" descr=" ">
            <a:extLst>
              <a:ext uri="{FF2B5EF4-FFF2-40B4-BE49-F238E27FC236}">
                <a16:creationId xmlns:a16="http://schemas.microsoft.com/office/drawing/2014/main" id="{D7EB1945-26CF-ADEE-39BD-C7B3C368991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769946" y="10824034"/>
            <a:ext cx="635079" cy="1153342"/>
          </a:xfrm>
          <a:prstGeom prst="rect">
            <a:avLst/>
          </a:prstGeom>
        </p:spPr>
      </p:pic>
      <p:pic>
        <p:nvPicPr>
          <p:cNvPr id="58" name="Image 19" descr=" ">
            <a:extLst>
              <a:ext uri="{FF2B5EF4-FFF2-40B4-BE49-F238E27FC236}">
                <a16:creationId xmlns:a16="http://schemas.microsoft.com/office/drawing/2014/main" id="{66DC08B8-6A77-BF3B-9DC1-83B422D7FE0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134867" y="10452100"/>
            <a:ext cx="1270159" cy="765829"/>
          </a:xfrm>
          <a:prstGeom prst="rect">
            <a:avLst/>
          </a:prstGeom>
        </p:spPr>
      </p:pic>
      <p:pic>
        <p:nvPicPr>
          <p:cNvPr id="59" name="Image 20" descr=" ">
            <a:extLst>
              <a:ext uri="{FF2B5EF4-FFF2-40B4-BE49-F238E27FC236}">
                <a16:creationId xmlns:a16="http://schemas.microsoft.com/office/drawing/2014/main" id="{38C8481C-B426-48B0-B164-1B000BB9B72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769946" y="10792751"/>
            <a:ext cx="351520" cy="638197"/>
          </a:xfrm>
          <a:prstGeom prst="rect">
            <a:avLst/>
          </a:prstGeom>
        </p:spPr>
      </p:pic>
      <p:pic>
        <p:nvPicPr>
          <p:cNvPr id="60" name="Image 21" descr=" ">
            <a:extLst>
              <a:ext uri="{FF2B5EF4-FFF2-40B4-BE49-F238E27FC236}">
                <a16:creationId xmlns:a16="http://schemas.microsoft.com/office/drawing/2014/main" id="{12BED794-03F9-DEB3-455F-8D910B7D350C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418541" y="10792751"/>
            <a:ext cx="351405" cy="638197"/>
          </a:xfrm>
          <a:prstGeom prst="rect">
            <a:avLst/>
          </a:prstGeom>
        </p:spPr>
      </p:pic>
      <p:pic>
        <p:nvPicPr>
          <p:cNvPr id="61" name="Image 22" descr=" ">
            <a:extLst>
              <a:ext uri="{FF2B5EF4-FFF2-40B4-BE49-F238E27FC236}">
                <a16:creationId xmlns:a16="http://schemas.microsoft.com/office/drawing/2014/main" id="{F4C89943-58B3-6462-E4BF-142D7754CB3D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418541" y="11225051"/>
            <a:ext cx="702926" cy="411676"/>
          </a:xfrm>
          <a:prstGeom prst="rect">
            <a:avLst/>
          </a:prstGeom>
        </p:spPr>
      </p:pic>
      <p:sp>
        <p:nvSpPr>
          <p:cNvPr id="63" name="Shape 21">
            <a:extLst>
              <a:ext uri="{FF2B5EF4-FFF2-40B4-BE49-F238E27FC236}">
                <a16:creationId xmlns:a16="http://schemas.microsoft.com/office/drawing/2014/main" id="{B09E8836-9E3B-BCEB-6B0D-40A03BE20075}"/>
              </a:ext>
            </a:extLst>
          </p:cNvPr>
          <p:cNvSpPr/>
          <p:nvPr/>
        </p:nvSpPr>
        <p:spPr>
          <a:xfrm>
            <a:off x="22354794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 sz="200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64" name="Shape 22">
            <a:extLst>
              <a:ext uri="{FF2B5EF4-FFF2-40B4-BE49-F238E27FC236}">
                <a16:creationId xmlns:a16="http://schemas.microsoft.com/office/drawing/2014/main" id="{8DC6D510-0191-19A0-C7AB-C80D9B9F75E9}"/>
              </a:ext>
            </a:extLst>
          </p:cNvPr>
          <p:cNvSpPr/>
          <p:nvPr/>
        </p:nvSpPr>
        <p:spPr>
          <a:xfrm>
            <a:off x="22625760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 sz="200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65" name="Shape 23">
            <a:extLst>
              <a:ext uri="{FF2B5EF4-FFF2-40B4-BE49-F238E27FC236}">
                <a16:creationId xmlns:a16="http://schemas.microsoft.com/office/drawing/2014/main" id="{E005C18E-B4B0-29C9-513A-EC689A6C8697}"/>
              </a:ext>
            </a:extLst>
          </p:cNvPr>
          <p:cNvSpPr/>
          <p:nvPr/>
        </p:nvSpPr>
        <p:spPr>
          <a:xfrm>
            <a:off x="22761245" y="1528232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 sz="200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66" name="Shape 24">
            <a:extLst>
              <a:ext uri="{FF2B5EF4-FFF2-40B4-BE49-F238E27FC236}">
                <a16:creationId xmlns:a16="http://schemas.microsoft.com/office/drawing/2014/main" id="{DA3ABF44-59AB-B07D-BA35-8BF3AA0DCE72}"/>
              </a:ext>
            </a:extLst>
          </p:cNvPr>
          <p:cNvSpPr/>
          <p:nvPr/>
        </p:nvSpPr>
        <p:spPr>
          <a:xfrm>
            <a:off x="22473341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6" name="Text 19">
            <a:extLst>
              <a:ext uri="{FF2B5EF4-FFF2-40B4-BE49-F238E27FC236}">
                <a16:creationId xmlns:a16="http://schemas.microsoft.com/office/drawing/2014/main" id="{987EDB63-DEAA-CA50-07F3-DC368DDFC040}"/>
              </a:ext>
            </a:extLst>
          </p:cNvPr>
          <p:cNvSpPr/>
          <p:nvPr/>
        </p:nvSpPr>
        <p:spPr>
          <a:xfrm>
            <a:off x="9348368" y="1282700"/>
            <a:ext cx="6993402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zh-CN" altLang="en-US" sz="6000" dirty="0">
                <a:solidFill>
                  <a:srgbClr val="FFFFFF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市场参照</a:t>
            </a:r>
            <a:endParaRPr lang="en-US" sz="6000" dirty="0">
              <a:latin typeface="STZhongsong" panose="02010600040101010101" pitchFamily="2" charset="-122"/>
              <a:ea typeface="STZhongsong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8997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EA1068-9F43-16DF-66F4-00E1BDF19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51">
            <a:extLst>
              <a:ext uri="{FF2B5EF4-FFF2-40B4-BE49-F238E27FC236}">
                <a16:creationId xmlns:a16="http://schemas.microsoft.com/office/drawing/2014/main" id="{EB68F595-8704-2682-929D-2184400979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1911" y="1016000"/>
            <a:ext cx="17356424" cy="13289700"/>
          </a:xfrm>
          <a:prstGeom prst="rect">
            <a:avLst/>
          </a:prstGeom>
        </p:spPr>
      </p:pic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FB77F2F8-5BBD-1E40-7BD0-A4E683DF26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48368" y="3073400"/>
            <a:ext cx="13235054" cy="11430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9B157FE3-6ECA-4FBA-DB3A-1144B50A0AF9}"/>
              </a:ext>
            </a:extLst>
          </p:cNvPr>
          <p:cNvSpPr/>
          <p:nvPr/>
        </p:nvSpPr>
        <p:spPr>
          <a:xfrm>
            <a:off x="9653206" y="3454400"/>
            <a:ext cx="1244756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3600" b="1" dirty="0" err="1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Bold" pitchFamily="34" charset="-120"/>
              </a:rPr>
              <a:t>项目</a:t>
            </a:r>
            <a:endParaRPr lang="en-US" sz="3600" b="1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A48E6E2-5DE7-B4B0-E4B5-34EF8DF87C8A}"/>
              </a:ext>
            </a:extLst>
          </p:cNvPr>
          <p:cNvSpPr/>
          <p:nvPr/>
        </p:nvSpPr>
        <p:spPr>
          <a:xfrm>
            <a:off x="9653206" y="4830961"/>
            <a:ext cx="3594548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系统维护与迭代人力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4313FC76-6C81-1807-3C95-0B4C96E26AF7}"/>
              </a:ext>
            </a:extLst>
          </p:cNvPr>
          <p:cNvSpPr/>
          <p:nvPr/>
        </p:nvSpPr>
        <p:spPr>
          <a:xfrm>
            <a:off x="14047956" y="4830961"/>
            <a:ext cx="3340518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altLang="zh-CN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¥5,000–10,000/</a:t>
            </a: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年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C9FABC4-730A-4BBE-3E98-51D55D8AC106}"/>
              </a:ext>
            </a:extLst>
          </p:cNvPr>
          <p:cNvSpPr/>
          <p:nvPr/>
        </p:nvSpPr>
        <p:spPr>
          <a:xfrm>
            <a:off x="18493511" y="4830961"/>
            <a:ext cx="3785073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兼职或外包维护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214C61C6-B77A-AA0E-57C4-791FC6058BBD}"/>
              </a:ext>
            </a:extLst>
          </p:cNvPr>
          <p:cNvSpPr/>
          <p:nvPr/>
        </p:nvSpPr>
        <p:spPr>
          <a:xfrm>
            <a:off x="9653205" y="6525444"/>
            <a:ext cx="3765083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服务器</a:t>
            </a:r>
            <a:r>
              <a:rPr lang="en-US" altLang="zh-CN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+</a:t>
            </a: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数据库（阿里云服务器与 </a:t>
            </a:r>
            <a:r>
              <a:rPr 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MongoDB</a:t>
            </a: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）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678F94C6-E77C-A8AD-E8FD-11CE3F3D8794}"/>
              </a:ext>
            </a:extLst>
          </p:cNvPr>
          <p:cNvSpPr/>
          <p:nvPr/>
        </p:nvSpPr>
        <p:spPr>
          <a:xfrm>
            <a:off x="9653205" y="8038368"/>
            <a:ext cx="3594549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对象存储（</a:t>
            </a:r>
            <a:r>
              <a:rPr lang="en" altLang="zh-CN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OSS</a:t>
            </a:r>
            <a:r>
              <a:rPr lang="zh-CN" altLang="en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，</a:t>
            </a: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附件</a:t>
            </a:r>
            <a:r>
              <a:rPr lang="en-US" altLang="zh-CN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/</a:t>
            </a: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文档存储）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01E1FF7-F052-1A74-DE30-A7FADB4A4DF1}"/>
              </a:ext>
            </a:extLst>
          </p:cNvPr>
          <p:cNvSpPr/>
          <p:nvPr/>
        </p:nvSpPr>
        <p:spPr>
          <a:xfrm>
            <a:off x="9653205" y="9551293"/>
            <a:ext cx="1841729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" altLang="zh-CN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CDN + </a:t>
            </a: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带宽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3C3ABB4-3FB6-E7EF-5614-D5376008327D}"/>
              </a:ext>
            </a:extLst>
          </p:cNvPr>
          <p:cNvSpPr/>
          <p:nvPr/>
        </p:nvSpPr>
        <p:spPr>
          <a:xfrm>
            <a:off x="9653205" y="11064211"/>
            <a:ext cx="2752042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域名 </a:t>
            </a:r>
            <a:r>
              <a:rPr lang="en-US" altLang="zh-CN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+ </a:t>
            </a:r>
            <a:r>
              <a:rPr 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SSL + </a:t>
            </a: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备案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CFB4874-0627-80FF-E6D8-C563DCF4C0FC}"/>
              </a:ext>
            </a:extLst>
          </p:cNvPr>
          <p:cNvSpPr/>
          <p:nvPr/>
        </p:nvSpPr>
        <p:spPr>
          <a:xfrm>
            <a:off x="14047956" y="6525444"/>
            <a:ext cx="3061083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约 </a:t>
            </a:r>
            <a:r>
              <a:rPr lang="en-US" altLang="zh-CN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¥900–1,400/</a:t>
            </a: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年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68DC94D-4D60-72D7-614C-48A3705CB059}"/>
              </a:ext>
            </a:extLst>
          </p:cNvPr>
          <p:cNvSpPr/>
          <p:nvPr/>
        </p:nvSpPr>
        <p:spPr>
          <a:xfrm>
            <a:off x="14047956" y="8038368"/>
            <a:ext cx="3594549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约 </a:t>
            </a:r>
            <a:r>
              <a:rPr lang="en-US" altLang="zh-CN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¥200–500/</a:t>
            </a: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年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56A84841-D60A-E9EF-0EEF-0520A0CB6A3D}"/>
              </a:ext>
            </a:extLst>
          </p:cNvPr>
          <p:cNvSpPr/>
          <p:nvPr/>
        </p:nvSpPr>
        <p:spPr>
          <a:xfrm>
            <a:off x="14047956" y="9551293"/>
            <a:ext cx="3594549" cy="1190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约 </a:t>
            </a:r>
            <a:r>
              <a:rPr lang="en-US" altLang="zh-CN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¥300–600/</a:t>
            </a: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年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pic>
        <p:nvPicPr>
          <p:cNvPr id="15" name="Graphic 57">
            <a:extLst>
              <a:ext uri="{FF2B5EF4-FFF2-40B4-BE49-F238E27FC236}">
                <a16:creationId xmlns:a16="http://schemas.microsoft.com/office/drawing/2014/main" id="{2354CBD0-05CF-2CAE-AF16-FBF6049A48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48368" y="4709933"/>
            <a:ext cx="13235054" cy="7545183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337A3572-B335-76EB-6822-F6C5BACC1A9A}"/>
              </a:ext>
            </a:extLst>
          </p:cNvPr>
          <p:cNvSpPr/>
          <p:nvPr/>
        </p:nvSpPr>
        <p:spPr>
          <a:xfrm>
            <a:off x="14047956" y="11064211"/>
            <a:ext cx="3594549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约 </a:t>
            </a:r>
            <a:r>
              <a:rPr lang="en-US" altLang="zh-CN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¥200–400/</a:t>
            </a: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年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6F3D4D71-7A92-B08B-DFCD-F8B2590CBA81}"/>
              </a:ext>
            </a:extLst>
          </p:cNvPr>
          <p:cNvSpPr/>
          <p:nvPr/>
        </p:nvSpPr>
        <p:spPr>
          <a:xfrm>
            <a:off x="18493511" y="6525444"/>
            <a:ext cx="3912089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600"/>
              </a:lnSpc>
            </a:pP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初期轻量部署，可按需扩容</a:t>
            </a:r>
            <a:endParaRPr lang="en-US" altLang="zh-CN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484E68D9-FC07-0897-D75B-12DEC60B9EB5}"/>
              </a:ext>
            </a:extLst>
          </p:cNvPr>
          <p:cNvSpPr/>
          <p:nvPr/>
        </p:nvSpPr>
        <p:spPr>
          <a:xfrm>
            <a:off x="18493511" y="8038368"/>
            <a:ext cx="3912089" cy="1190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按实际存储量计，</a:t>
            </a:r>
            <a:r>
              <a:rPr lang="en-US" altLang="zh-CN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100</a:t>
            </a: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人约</a:t>
            </a:r>
            <a:r>
              <a:rPr lang="en-US" altLang="zh-CN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50–200</a:t>
            </a:r>
            <a:r>
              <a:rPr lang="en" altLang="zh-CN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GB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259D8D02-F5E3-653F-370C-CD5A5A5FB517}"/>
              </a:ext>
            </a:extLst>
          </p:cNvPr>
          <p:cNvSpPr/>
          <p:nvPr/>
        </p:nvSpPr>
        <p:spPr>
          <a:xfrm>
            <a:off x="18493511" y="9551293"/>
            <a:ext cx="3785073" cy="1190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内网访问可省，公网部署需要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134D19BB-3845-C839-8243-9C46C2433404}"/>
              </a:ext>
            </a:extLst>
          </p:cNvPr>
          <p:cNvSpPr/>
          <p:nvPr/>
        </p:nvSpPr>
        <p:spPr>
          <a:xfrm>
            <a:off x="18493512" y="11064211"/>
            <a:ext cx="3514136" cy="1190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zh-CN" altLang="en-US" sz="2800" kern="0" spc="-48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一次性居多，年均摊薄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9A129E01-DCDA-6BA0-5988-A79F7E3DEADE}"/>
              </a:ext>
            </a:extLst>
          </p:cNvPr>
          <p:cNvSpPr/>
          <p:nvPr/>
        </p:nvSpPr>
        <p:spPr>
          <a:xfrm>
            <a:off x="14047956" y="3454400"/>
            <a:ext cx="3188098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altLang="zh-CN" sz="3600" b="1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Bold" pitchFamily="34" charset="-120"/>
              </a:rPr>
              <a:t>100</a:t>
            </a:r>
            <a:r>
              <a:rPr lang="zh-CN" altLang="en-US" sz="3600" b="1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Bold" pitchFamily="34" charset="-120"/>
              </a:rPr>
              <a:t>人年费估算</a:t>
            </a:r>
            <a:endParaRPr lang="en-US" sz="3600" b="1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2299E0AC-3CE8-2466-9D4D-AA1E82E74172}"/>
              </a:ext>
            </a:extLst>
          </p:cNvPr>
          <p:cNvSpPr/>
          <p:nvPr/>
        </p:nvSpPr>
        <p:spPr>
          <a:xfrm>
            <a:off x="18493511" y="3454400"/>
            <a:ext cx="3226203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zh-CN" altLang="en-US" sz="3600" b="1" dirty="0">
                <a:solidFill>
                  <a:srgbClr val="FFFFFF">
                    <a:alpha val="10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Bold" pitchFamily="34" charset="-120"/>
              </a:rPr>
              <a:t>备注</a:t>
            </a:r>
            <a:endParaRPr lang="en-US" sz="3600" b="1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pic>
        <p:nvPicPr>
          <p:cNvPr id="40" name="Image 3" descr=" ">
            <a:extLst>
              <a:ext uri="{FF2B5EF4-FFF2-40B4-BE49-F238E27FC236}">
                <a16:creationId xmlns:a16="http://schemas.microsoft.com/office/drawing/2014/main" id="{D994BE3C-8AAC-75C9-3636-468002F9F6F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736767" y="3371850"/>
            <a:ext cx="12702" cy="660400"/>
          </a:xfrm>
          <a:prstGeom prst="rect">
            <a:avLst/>
          </a:prstGeom>
        </p:spPr>
      </p:pic>
      <p:pic>
        <p:nvPicPr>
          <p:cNvPr id="41" name="Image 4" descr=" ">
            <a:extLst>
              <a:ext uri="{FF2B5EF4-FFF2-40B4-BE49-F238E27FC236}">
                <a16:creationId xmlns:a16="http://schemas.microsoft.com/office/drawing/2014/main" id="{46FA524C-52A4-E3C6-DD33-F5A3ACBBC2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182323" y="3371850"/>
            <a:ext cx="12702" cy="660400"/>
          </a:xfrm>
          <a:prstGeom prst="rect">
            <a:avLst/>
          </a:prstGeom>
        </p:spPr>
      </p:pic>
      <p:sp>
        <p:nvSpPr>
          <p:cNvPr id="43" name="Text 19">
            <a:extLst>
              <a:ext uri="{FF2B5EF4-FFF2-40B4-BE49-F238E27FC236}">
                <a16:creationId xmlns:a16="http://schemas.microsoft.com/office/drawing/2014/main" id="{4FED9811-A890-5170-C475-7E9B861F1598}"/>
              </a:ext>
            </a:extLst>
          </p:cNvPr>
          <p:cNvSpPr/>
          <p:nvPr/>
        </p:nvSpPr>
        <p:spPr>
          <a:xfrm>
            <a:off x="1676610" y="4068961"/>
            <a:ext cx="6993402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zh-CN" altLang="en-US" sz="7200" dirty="0">
                <a:solidFill>
                  <a:srgbClr val="FFFFFF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  <a:cs typeface="Archivo Bold" pitchFamily="34" charset="-120"/>
              </a:rPr>
              <a:t>成本收益：</a:t>
            </a:r>
            <a:endParaRPr lang="en-US" altLang="zh-CN" sz="7200" dirty="0">
              <a:solidFill>
                <a:srgbClr val="FFFFFF">
                  <a:alpha val="100000"/>
                </a:srgbClr>
              </a:solidFill>
              <a:latin typeface="STZhongsong" panose="02010600040101010101" pitchFamily="2" charset="-122"/>
              <a:ea typeface="STZhongsong" panose="02010600040101010101" pitchFamily="2" charset="-122"/>
              <a:cs typeface="Archivo Bold" pitchFamily="34" charset="-120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zh-CN" altLang="en-US" sz="6000" dirty="0">
                <a:solidFill>
                  <a:srgbClr val="FFFFFF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  <a:cs typeface="Archivo Bold" pitchFamily="34" charset="-120"/>
              </a:rPr>
              <a:t>轻量投入，长期回报</a:t>
            </a:r>
            <a:endParaRPr lang="en-US" sz="6000" dirty="0">
              <a:latin typeface="STZhongsong" panose="02010600040101010101" pitchFamily="2" charset="-122"/>
              <a:ea typeface="STZhongsong" panose="02010600040101010101" pitchFamily="2" charset="-122"/>
            </a:endParaRPr>
          </a:p>
        </p:txBody>
      </p:sp>
      <p:pic>
        <p:nvPicPr>
          <p:cNvPr id="44" name="Image 5" descr=" ">
            <a:extLst>
              <a:ext uri="{FF2B5EF4-FFF2-40B4-BE49-F238E27FC236}">
                <a16:creationId xmlns:a16="http://schemas.microsoft.com/office/drawing/2014/main" id="{F564B734-5D2C-D20F-AC8E-A0F3EECC8C3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77010" y="8918949"/>
            <a:ext cx="1263808" cy="2295151"/>
          </a:xfrm>
          <a:prstGeom prst="rect">
            <a:avLst/>
          </a:prstGeom>
        </p:spPr>
      </p:pic>
      <p:pic>
        <p:nvPicPr>
          <p:cNvPr id="45" name="Image 6" descr=" ">
            <a:extLst>
              <a:ext uri="{FF2B5EF4-FFF2-40B4-BE49-F238E27FC236}">
                <a16:creationId xmlns:a16="http://schemas.microsoft.com/office/drawing/2014/main" id="{1D745F54-6FF0-89A9-2832-5A711F09B13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40818" y="8918949"/>
            <a:ext cx="1263808" cy="2295151"/>
          </a:xfrm>
          <a:prstGeom prst="rect">
            <a:avLst/>
          </a:prstGeom>
        </p:spPr>
      </p:pic>
      <p:pic>
        <p:nvPicPr>
          <p:cNvPr id="46" name="Image 7" descr=" ">
            <a:extLst>
              <a:ext uri="{FF2B5EF4-FFF2-40B4-BE49-F238E27FC236}">
                <a16:creationId xmlns:a16="http://schemas.microsoft.com/office/drawing/2014/main" id="{0C956F05-9827-43CC-D915-B9C516E5646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77010" y="8178800"/>
            <a:ext cx="2527616" cy="1524000"/>
          </a:xfrm>
          <a:prstGeom prst="rect">
            <a:avLst/>
          </a:prstGeom>
        </p:spPr>
      </p:pic>
      <p:pic>
        <p:nvPicPr>
          <p:cNvPr id="47" name="Image 8" descr=" ">
            <a:extLst>
              <a:ext uri="{FF2B5EF4-FFF2-40B4-BE49-F238E27FC236}">
                <a16:creationId xmlns:a16="http://schemas.microsoft.com/office/drawing/2014/main" id="{0F134CF9-3B61-6240-7C8F-8A4DA773409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540818" y="8856694"/>
            <a:ext cx="699527" cy="1270012"/>
          </a:xfrm>
          <a:prstGeom prst="rect">
            <a:avLst/>
          </a:prstGeom>
        </p:spPr>
      </p:pic>
      <p:pic>
        <p:nvPicPr>
          <p:cNvPr id="48" name="Image 9" descr=" ">
            <a:extLst>
              <a:ext uri="{FF2B5EF4-FFF2-40B4-BE49-F238E27FC236}">
                <a16:creationId xmlns:a16="http://schemas.microsoft.com/office/drawing/2014/main" id="{586DE677-AA0F-533E-B292-C357E92C7B4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841523" y="8856694"/>
            <a:ext cx="699294" cy="1270012"/>
          </a:xfrm>
          <a:prstGeom prst="rect">
            <a:avLst/>
          </a:prstGeom>
        </p:spPr>
      </p:pic>
      <p:pic>
        <p:nvPicPr>
          <p:cNvPr id="49" name="Image 10" descr=" ">
            <a:extLst>
              <a:ext uri="{FF2B5EF4-FFF2-40B4-BE49-F238E27FC236}">
                <a16:creationId xmlns:a16="http://schemas.microsoft.com/office/drawing/2014/main" id="{DBFFCE5E-939B-70BB-3999-6B7B3A91D9E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841523" y="9716971"/>
            <a:ext cx="1398821" cy="819235"/>
          </a:xfrm>
          <a:prstGeom prst="rect">
            <a:avLst/>
          </a:prstGeom>
        </p:spPr>
      </p:pic>
      <p:pic>
        <p:nvPicPr>
          <p:cNvPr id="50" name="Image 11" descr=" ">
            <a:extLst>
              <a:ext uri="{FF2B5EF4-FFF2-40B4-BE49-F238E27FC236}">
                <a16:creationId xmlns:a16="http://schemas.microsoft.com/office/drawing/2014/main" id="{B49AF90E-7D6F-F85C-4495-CD3CA7FA263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76610" y="8106234"/>
            <a:ext cx="635079" cy="1153342"/>
          </a:xfrm>
          <a:prstGeom prst="rect">
            <a:avLst/>
          </a:prstGeom>
        </p:spPr>
      </p:pic>
      <p:pic>
        <p:nvPicPr>
          <p:cNvPr id="51" name="Image 12" descr=" ">
            <a:extLst>
              <a:ext uri="{FF2B5EF4-FFF2-40B4-BE49-F238E27FC236}">
                <a16:creationId xmlns:a16="http://schemas.microsoft.com/office/drawing/2014/main" id="{3062E117-4042-0D34-2E55-05C8378125FE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311689" y="8106234"/>
            <a:ext cx="635079" cy="1153342"/>
          </a:xfrm>
          <a:prstGeom prst="rect">
            <a:avLst/>
          </a:prstGeom>
        </p:spPr>
      </p:pic>
      <p:pic>
        <p:nvPicPr>
          <p:cNvPr id="52" name="Image 13" descr=" ">
            <a:extLst>
              <a:ext uri="{FF2B5EF4-FFF2-40B4-BE49-F238E27FC236}">
                <a16:creationId xmlns:a16="http://schemas.microsoft.com/office/drawing/2014/main" id="{00DC2486-DD58-6FCB-05AB-6700421E570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76610" y="7734300"/>
            <a:ext cx="1270159" cy="765829"/>
          </a:xfrm>
          <a:prstGeom prst="rect">
            <a:avLst/>
          </a:prstGeom>
        </p:spPr>
      </p:pic>
      <p:pic>
        <p:nvPicPr>
          <p:cNvPr id="53" name="Image 14" descr=" ">
            <a:extLst>
              <a:ext uri="{FF2B5EF4-FFF2-40B4-BE49-F238E27FC236}">
                <a16:creationId xmlns:a16="http://schemas.microsoft.com/office/drawing/2014/main" id="{2C3E75E8-CC4C-20B3-9D6F-2DC5AB2B793B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311689" y="8074951"/>
            <a:ext cx="351520" cy="638197"/>
          </a:xfrm>
          <a:prstGeom prst="rect">
            <a:avLst/>
          </a:prstGeom>
        </p:spPr>
      </p:pic>
      <p:pic>
        <p:nvPicPr>
          <p:cNvPr id="54" name="Image 15" descr=" ">
            <a:extLst>
              <a:ext uri="{FF2B5EF4-FFF2-40B4-BE49-F238E27FC236}">
                <a16:creationId xmlns:a16="http://schemas.microsoft.com/office/drawing/2014/main" id="{7C95EF31-C726-127A-C4D9-01FF8F293C02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960284" y="8074951"/>
            <a:ext cx="351405" cy="638197"/>
          </a:xfrm>
          <a:prstGeom prst="rect">
            <a:avLst/>
          </a:prstGeom>
        </p:spPr>
      </p:pic>
      <p:pic>
        <p:nvPicPr>
          <p:cNvPr id="55" name="Image 16" descr=" ">
            <a:extLst>
              <a:ext uri="{FF2B5EF4-FFF2-40B4-BE49-F238E27FC236}">
                <a16:creationId xmlns:a16="http://schemas.microsoft.com/office/drawing/2014/main" id="{BD7611DF-E7A4-8E9B-AC5D-AC0D821FB65D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960284" y="8507250"/>
            <a:ext cx="702926" cy="411676"/>
          </a:xfrm>
          <a:prstGeom prst="rect">
            <a:avLst/>
          </a:prstGeom>
        </p:spPr>
      </p:pic>
      <p:pic>
        <p:nvPicPr>
          <p:cNvPr id="56" name="Image 17" descr=" ">
            <a:extLst>
              <a:ext uri="{FF2B5EF4-FFF2-40B4-BE49-F238E27FC236}">
                <a16:creationId xmlns:a16="http://schemas.microsoft.com/office/drawing/2014/main" id="{9139A9BE-DA7F-1373-4484-C9900BCADAF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134867" y="10824034"/>
            <a:ext cx="635079" cy="1153342"/>
          </a:xfrm>
          <a:prstGeom prst="rect">
            <a:avLst/>
          </a:prstGeom>
        </p:spPr>
      </p:pic>
      <p:pic>
        <p:nvPicPr>
          <p:cNvPr id="57" name="Image 18" descr=" ">
            <a:extLst>
              <a:ext uri="{FF2B5EF4-FFF2-40B4-BE49-F238E27FC236}">
                <a16:creationId xmlns:a16="http://schemas.microsoft.com/office/drawing/2014/main" id="{F69224B9-35A5-9B8D-CA23-3C8E2BBE0296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769946" y="10824034"/>
            <a:ext cx="635079" cy="1153342"/>
          </a:xfrm>
          <a:prstGeom prst="rect">
            <a:avLst/>
          </a:prstGeom>
        </p:spPr>
      </p:pic>
      <p:pic>
        <p:nvPicPr>
          <p:cNvPr id="58" name="Image 19" descr=" ">
            <a:extLst>
              <a:ext uri="{FF2B5EF4-FFF2-40B4-BE49-F238E27FC236}">
                <a16:creationId xmlns:a16="http://schemas.microsoft.com/office/drawing/2014/main" id="{EEC8FC81-2E75-8978-407C-BEDB127766B2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134867" y="10452100"/>
            <a:ext cx="1270159" cy="765829"/>
          </a:xfrm>
          <a:prstGeom prst="rect">
            <a:avLst/>
          </a:prstGeom>
        </p:spPr>
      </p:pic>
      <p:pic>
        <p:nvPicPr>
          <p:cNvPr id="59" name="Image 20" descr=" ">
            <a:extLst>
              <a:ext uri="{FF2B5EF4-FFF2-40B4-BE49-F238E27FC236}">
                <a16:creationId xmlns:a16="http://schemas.microsoft.com/office/drawing/2014/main" id="{DB7955EF-07A0-0EB5-1FFD-95DF4769CDB0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769946" y="10792751"/>
            <a:ext cx="351520" cy="638197"/>
          </a:xfrm>
          <a:prstGeom prst="rect">
            <a:avLst/>
          </a:prstGeom>
        </p:spPr>
      </p:pic>
      <p:pic>
        <p:nvPicPr>
          <p:cNvPr id="60" name="Image 21" descr=" ">
            <a:extLst>
              <a:ext uri="{FF2B5EF4-FFF2-40B4-BE49-F238E27FC236}">
                <a16:creationId xmlns:a16="http://schemas.microsoft.com/office/drawing/2014/main" id="{4AFA3C55-6205-86B5-8EAF-308EDD9CC99A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418541" y="10792751"/>
            <a:ext cx="351405" cy="638197"/>
          </a:xfrm>
          <a:prstGeom prst="rect">
            <a:avLst/>
          </a:prstGeom>
        </p:spPr>
      </p:pic>
      <p:pic>
        <p:nvPicPr>
          <p:cNvPr id="61" name="Image 22" descr=" ">
            <a:extLst>
              <a:ext uri="{FF2B5EF4-FFF2-40B4-BE49-F238E27FC236}">
                <a16:creationId xmlns:a16="http://schemas.microsoft.com/office/drawing/2014/main" id="{3E815873-1DD2-CF81-0CC1-A42AD87C0A93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418541" y="11225051"/>
            <a:ext cx="702926" cy="411676"/>
          </a:xfrm>
          <a:prstGeom prst="rect">
            <a:avLst/>
          </a:prstGeom>
        </p:spPr>
      </p:pic>
      <p:sp>
        <p:nvSpPr>
          <p:cNvPr id="63" name="Shape 21">
            <a:extLst>
              <a:ext uri="{FF2B5EF4-FFF2-40B4-BE49-F238E27FC236}">
                <a16:creationId xmlns:a16="http://schemas.microsoft.com/office/drawing/2014/main" id="{3DD667BE-A4FF-7EF5-6EFC-64B4BCE06C9A}"/>
              </a:ext>
            </a:extLst>
          </p:cNvPr>
          <p:cNvSpPr/>
          <p:nvPr/>
        </p:nvSpPr>
        <p:spPr>
          <a:xfrm>
            <a:off x="22354794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 sz="200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64" name="Shape 22">
            <a:extLst>
              <a:ext uri="{FF2B5EF4-FFF2-40B4-BE49-F238E27FC236}">
                <a16:creationId xmlns:a16="http://schemas.microsoft.com/office/drawing/2014/main" id="{3C507544-C247-7A77-1042-FDC8039623AC}"/>
              </a:ext>
            </a:extLst>
          </p:cNvPr>
          <p:cNvSpPr/>
          <p:nvPr/>
        </p:nvSpPr>
        <p:spPr>
          <a:xfrm>
            <a:off x="22625760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 sz="200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65" name="Shape 23">
            <a:extLst>
              <a:ext uri="{FF2B5EF4-FFF2-40B4-BE49-F238E27FC236}">
                <a16:creationId xmlns:a16="http://schemas.microsoft.com/office/drawing/2014/main" id="{441F430D-CEE0-E4B8-2C10-3BE8CD2AF7DC}"/>
              </a:ext>
            </a:extLst>
          </p:cNvPr>
          <p:cNvSpPr/>
          <p:nvPr/>
        </p:nvSpPr>
        <p:spPr>
          <a:xfrm>
            <a:off x="22761245" y="1528232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 sz="200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66" name="Shape 24">
            <a:extLst>
              <a:ext uri="{FF2B5EF4-FFF2-40B4-BE49-F238E27FC236}">
                <a16:creationId xmlns:a16="http://schemas.microsoft.com/office/drawing/2014/main" id="{25F0326F-679E-8730-ECD2-15FAD54B85A7}"/>
              </a:ext>
            </a:extLst>
          </p:cNvPr>
          <p:cNvSpPr/>
          <p:nvPr/>
        </p:nvSpPr>
        <p:spPr>
          <a:xfrm>
            <a:off x="22473341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65F72B33-B23A-7818-2133-8CC5427D6BD9}"/>
              </a:ext>
            </a:extLst>
          </p:cNvPr>
          <p:cNvSpPr/>
          <p:nvPr/>
        </p:nvSpPr>
        <p:spPr>
          <a:xfrm>
            <a:off x="9348368" y="1282700"/>
            <a:ext cx="6993402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zh-CN" altLang="en-US" sz="6000" dirty="0">
                <a:solidFill>
                  <a:srgbClr val="FFFFFF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年度运营成本测算</a:t>
            </a:r>
            <a:endParaRPr lang="en-US" sz="6000" dirty="0">
              <a:latin typeface="STZhongsong" panose="02010600040101010101" pitchFamily="2" charset="-122"/>
              <a:ea typeface="STZhongsong" panose="02010600040101010101" pitchFamily="2" charset="-122"/>
            </a:endParaRPr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2A06C540-F4B6-9C1C-9857-13A880193D91}"/>
              </a:ext>
            </a:extLst>
          </p:cNvPr>
          <p:cNvSpPr/>
          <p:nvPr/>
        </p:nvSpPr>
        <p:spPr>
          <a:xfrm>
            <a:off x="10077035" y="12577129"/>
            <a:ext cx="11129939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zh-CN" altLang="en-US" sz="4400" dirty="0">
                <a:solidFill>
                  <a:srgbClr val="FFFFFF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合计约</a:t>
            </a:r>
            <a:r>
              <a:rPr lang="en-US" altLang="zh-CN" sz="4400" dirty="0">
                <a:solidFill>
                  <a:srgbClr val="FFFFFF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7000-13000</a:t>
            </a:r>
            <a:r>
              <a:rPr lang="zh-CN" altLang="en-US" sz="4400" dirty="0">
                <a:solidFill>
                  <a:srgbClr val="FFFFFF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元</a:t>
            </a:r>
            <a:r>
              <a:rPr lang="en-US" altLang="zh-CN" sz="4400" dirty="0">
                <a:solidFill>
                  <a:srgbClr val="FFFFFF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/</a:t>
            </a:r>
            <a:r>
              <a:rPr lang="zh-CN" altLang="en-US" sz="4400" dirty="0">
                <a:solidFill>
                  <a:srgbClr val="FFFFFF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年</a:t>
            </a:r>
            <a:endParaRPr lang="en-US" sz="4400" dirty="0">
              <a:latin typeface="STZhongsong" panose="02010600040101010101" pitchFamily="2" charset="-122"/>
              <a:ea typeface="STZhongsong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025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FEBB8B-6075-DBBF-E2CA-B2B5CE472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19">
            <a:extLst>
              <a:ext uri="{FF2B5EF4-FFF2-40B4-BE49-F238E27FC236}">
                <a16:creationId xmlns:a16="http://schemas.microsoft.com/office/drawing/2014/main" id="{9A1CBB84-E0F7-6DE3-CD4B-B2A221DCD0C3}"/>
              </a:ext>
            </a:extLst>
          </p:cNvPr>
          <p:cNvSpPr/>
          <p:nvPr/>
        </p:nvSpPr>
        <p:spPr>
          <a:xfrm>
            <a:off x="1676610" y="4068961"/>
            <a:ext cx="6993402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zh-CN" altLang="en-US" sz="7200" dirty="0">
                <a:solidFill>
                  <a:srgbClr val="FFFFFF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  <a:cs typeface="Archivo Bold" pitchFamily="34" charset="-120"/>
              </a:rPr>
              <a:t>成本收益：</a:t>
            </a:r>
            <a:endParaRPr lang="en-US" altLang="zh-CN" sz="7200" dirty="0">
              <a:solidFill>
                <a:srgbClr val="FFFFFF">
                  <a:alpha val="100000"/>
                </a:srgbClr>
              </a:solidFill>
              <a:latin typeface="STZhongsong" panose="02010600040101010101" pitchFamily="2" charset="-122"/>
              <a:ea typeface="STZhongsong" panose="02010600040101010101" pitchFamily="2" charset="-122"/>
              <a:cs typeface="Archivo Bold" pitchFamily="34" charset="-120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zh-CN" altLang="en-US" sz="6000" dirty="0">
                <a:solidFill>
                  <a:srgbClr val="FFFFFF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  <a:cs typeface="Archivo Bold" pitchFamily="34" charset="-120"/>
              </a:rPr>
              <a:t>轻量投入，长期回报</a:t>
            </a:r>
            <a:endParaRPr lang="en-US" sz="6000" dirty="0">
              <a:latin typeface="STZhongsong" panose="02010600040101010101" pitchFamily="2" charset="-122"/>
              <a:ea typeface="STZhongsong" panose="02010600040101010101" pitchFamily="2" charset="-122"/>
            </a:endParaRPr>
          </a:p>
        </p:txBody>
      </p:sp>
      <p:pic>
        <p:nvPicPr>
          <p:cNvPr id="44" name="Image 5" descr=" ">
            <a:extLst>
              <a:ext uri="{FF2B5EF4-FFF2-40B4-BE49-F238E27FC236}">
                <a16:creationId xmlns:a16="http://schemas.microsoft.com/office/drawing/2014/main" id="{80738613-3C19-DFB8-14AB-67A29D2FC4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7010" y="8918949"/>
            <a:ext cx="1263808" cy="2295151"/>
          </a:xfrm>
          <a:prstGeom prst="rect">
            <a:avLst/>
          </a:prstGeom>
        </p:spPr>
      </p:pic>
      <p:pic>
        <p:nvPicPr>
          <p:cNvPr id="45" name="Image 6" descr=" ">
            <a:extLst>
              <a:ext uri="{FF2B5EF4-FFF2-40B4-BE49-F238E27FC236}">
                <a16:creationId xmlns:a16="http://schemas.microsoft.com/office/drawing/2014/main" id="{407773C8-12FA-E557-57CD-D328872FB2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40818" y="8918949"/>
            <a:ext cx="1263808" cy="2295151"/>
          </a:xfrm>
          <a:prstGeom prst="rect">
            <a:avLst/>
          </a:prstGeom>
        </p:spPr>
      </p:pic>
      <p:pic>
        <p:nvPicPr>
          <p:cNvPr id="46" name="Image 7" descr=" ">
            <a:extLst>
              <a:ext uri="{FF2B5EF4-FFF2-40B4-BE49-F238E27FC236}">
                <a16:creationId xmlns:a16="http://schemas.microsoft.com/office/drawing/2014/main" id="{867DC85A-B2B1-A799-0AFC-ED72D916CA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77010" y="8178800"/>
            <a:ext cx="2527616" cy="1524000"/>
          </a:xfrm>
          <a:prstGeom prst="rect">
            <a:avLst/>
          </a:prstGeom>
        </p:spPr>
      </p:pic>
      <p:pic>
        <p:nvPicPr>
          <p:cNvPr id="47" name="Image 8" descr=" ">
            <a:extLst>
              <a:ext uri="{FF2B5EF4-FFF2-40B4-BE49-F238E27FC236}">
                <a16:creationId xmlns:a16="http://schemas.microsoft.com/office/drawing/2014/main" id="{AC8D0419-93BF-3604-AD0B-3444A2DA85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40818" y="8856694"/>
            <a:ext cx="699527" cy="1270012"/>
          </a:xfrm>
          <a:prstGeom prst="rect">
            <a:avLst/>
          </a:prstGeom>
        </p:spPr>
      </p:pic>
      <p:pic>
        <p:nvPicPr>
          <p:cNvPr id="48" name="Image 9" descr=" ">
            <a:extLst>
              <a:ext uri="{FF2B5EF4-FFF2-40B4-BE49-F238E27FC236}">
                <a16:creationId xmlns:a16="http://schemas.microsoft.com/office/drawing/2014/main" id="{199E8838-B415-A38F-391D-932503AF779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41523" y="8856694"/>
            <a:ext cx="699294" cy="1270012"/>
          </a:xfrm>
          <a:prstGeom prst="rect">
            <a:avLst/>
          </a:prstGeom>
        </p:spPr>
      </p:pic>
      <p:pic>
        <p:nvPicPr>
          <p:cNvPr id="49" name="Image 10" descr=" ">
            <a:extLst>
              <a:ext uri="{FF2B5EF4-FFF2-40B4-BE49-F238E27FC236}">
                <a16:creationId xmlns:a16="http://schemas.microsoft.com/office/drawing/2014/main" id="{93099C14-5BA5-8F1C-A0C9-440CE0FAA98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41523" y="9716971"/>
            <a:ext cx="1398821" cy="819235"/>
          </a:xfrm>
          <a:prstGeom prst="rect">
            <a:avLst/>
          </a:prstGeom>
        </p:spPr>
      </p:pic>
      <p:pic>
        <p:nvPicPr>
          <p:cNvPr id="50" name="Image 11" descr=" ">
            <a:extLst>
              <a:ext uri="{FF2B5EF4-FFF2-40B4-BE49-F238E27FC236}">
                <a16:creationId xmlns:a16="http://schemas.microsoft.com/office/drawing/2014/main" id="{9C5AA8FC-964B-43F2-42CE-97580302CB8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676610" y="8106234"/>
            <a:ext cx="635079" cy="1153342"/>
          </a:xfrm>
          <a:prstGeom prst="rect">
            <a:avLst/>
          </a:prstGeom>
        </p:spPr>
      </p:pic>
      <p:pic>
        <p:nvPicPr>
          <p:cNvPr id="51" name="Image 12" descr=" ">
            <a:extLst>
              <a:ext uri="{FF2B5EF4-FFF2-40B4-BE49-F238E27FC236}">
                <a16:creationId xmlns:a16="http://schemas.microsoft.com/office/drawing/2014/main" id="{BFE8963F-7AA4-81E1-86DA-13C36ADA010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311689" y="8106234"/>
            <a:ext cx="635079" cy="1153342"/>
          </a:xfrm>
          <a:prstGeom prst="rect">
            <a:avLst/>
          </a:prstGeom>
        </p:spPr>
      </p:pic>
      <p:pic>
        <p:nvPicPr>
          <p:cNvPr id="52" name="Image 13" descr=" ">
            <a:extLst>
              <a:ext uri="{FF2B5EF4-FFF2-40B4-BE49-F238E27FC236}">
                <a16:creationId xmlns:a16="http://schemas.microsoft.com/office/drawing/2014/main" id="{CEC7E0E7-132B-EB76-CAFF-8E64997A130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676610" y="7734300"/>
            <a:ext cx="1270159" cy="765829"/>
          </a:xfrm>
          <a:prstGeom prst="rect">
            <a:avLst/>
          </a:prstGeom>
        </p:spPr>
      </p:pic>
      <p:pic>
        <p:nvPicPr>
          <p:cNvPr id="53" name="Image 14" descr=" ">
            <a:extLst>
              <a:ext uri="{FF2B5EF4-FFF2-40B4-BE49-F238E27FC236}">
                <a16:creationId xmlns:a16="http://schemas.microsoft.com/office/drawing/2014/main" id="{D15F08EB-B42B-CD7D-CDE2-727D282D22E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311689" y="8074951"/>
            <a:ext cx="351520" cy="638197"/>
          </a:xfrm>
          <a:prstGeom prst="rect">
            <a:avLst/>
          </a:prstGeom>
        </p:spPr>
      </p:pic>
      <p:pic>
        <p:nvPicPr>
          <p:cNvPr id="54" name="Image 15" descr=" ">
            <a:extLst>
              <a:ext uri="{FF2B5EF4-FFF2-40B4-BE49-F238E27FC236}">
                <a16:creationId xmlns:a16="http://schemas.microsoft.com/office/drawing/2014/main" id="{6D8C9C8C-9A5C-847C-9EFB-FCEAD5B9CDF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960284" y="8074951"/>
            <a:ext cx="351405" cy="638197"/>
          </a:xfrm>
          <a:prstGeom prst="rect">
            <a:avLst/>
          </a:prstGeom>
        </p:spPr>
      </p:pic>
      <p:pic>
        <p:nvPicPr>
          <p:cNvPr id="55" name="Image 16" descr=" ">
            <a:extLst>
              <a:ext uri="{FF2B5EF4-FFF2-40B4-BE49-F238E27FC236}">
                <a16:creationId xmlns:a16="http://schemas.microsoft.com/office/drawing/2014/main" id="{D94D73CB-5F21-3B8B-2442-FBADB7E1FE2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960284" y="8507250"/>
            <a:ext cx="702926" cy="411676"/>
          </a:xfrm>
          <a:prstGeom prst="rect">
            <a:avLst/>
          </a:prstGeom>
        </p:spPr>
      </p:pic>
      <p:pic>
        <p:nvPicPr>
          <p:cNvPr id="56" name="Image 17" descr=" ">
            <a:extLst>
              <a:ext uri="{FF2B5EF4-FFF2-40B4-BE49-F238E27FC236}">
                <a16:creationId xmlns:a16="http://schemas.microsoft.com/office/drawing/2014/main" id="{5F345DC6-7B61-C0D3-6067-9EFAF0C3081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134867" y="10824034"/>
            <a:ext cx="635079" cy="1153342"/>
          </a:xfrm>
          <a:prstGeom prst="rect">
            <a:avLst/>
          </a:prstGeom>
        </p:spPr>
      </p:pic>
      <p:pic>
        <p:nvPicPr>
          <p:cNvPr id="57" name="Image 18" descr=" ">
            <a:extLst>
              <a:ext uri="{FF2B5EF4-FFF2-40B4-BE49-F238E27FC236}">
                <a16:creationId xmlns:a16="http://schemas.microsoft.com/office/drawing/2014/main" id="{47A4B4EF-DB3F-BE8A-6CE8-517B3182E89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769946" y="10824034"/>
            <a:ext cx="635079" cy="1153342"/>
          </a:xfrm>
          <a:prstGeom prst="rect">
            <a:avLst/>
          </a:prstGeom>
        </p:spPr>
      </p:pic>
      <p:pic>
        <p:nvPicPr>
          <p:cNvPr id="58" name="Image 19" descr=" ">
            <a:extLst>
              <a:ext uri="{FF2B5EF4-FFF2-40B4-BE49-F238E27FC236}">
                <a16:creationId xmlns:a16="http://schemas.microsoft.com/office/drawing/2014/main" id="{16BA51D5-950D-B889-CCA5-529B63604C8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134867" y="10452100"/>
            <a:ext cx="1270159" cy="765829"/>
          </a:xfrm>
          <a:prstGeom prst="rect">
            <a:avLst/>
          </a:prstGeom>
        </p:spPr>
      </p:pic>
      <p:pic>
        <p:nvPicPr>
          <p:cNvPr id="59" name="Image 20" descr=" ">
            <a:extLst>
              <a:ext uri="{FF2B5EF4-FFF2-40B4-BE49-F238E27FC236}">
                <a16:creationId xmlns:a16="http://schemas.microsoft.com/office/drawing/2014/main" id="{F168747D-FE0C-9033-20AE-F9D09C6774F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769946" y="10792751"/>
            <a:ext cx="351520" cy="638197"/>
          </a:xfrm>
          <a:prstGeom prst="rect">
            <a:avLst/>
          </a:prstGeom>
        </p:spPr>
      </p:pic>
      <p:pic>
        <p:nvPicPr>
          <p:cNvPr id="60" name="Image 21" descr=" ">
            <a:extLst>
              <a:ext uri="{FF2B5EF4-FFF2-40B4-BE49-F238E27FC236}">
                <a16:creationId xmlns:a16="http://schemas.microsoft.com/office/drawing/2014/main" id="{FEC9A123-B4E3-73E6-3604-284B62385B7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418541" y="10792751"/>
            <a:ext cx="351405" cy="638197"/>
          </a:xfrm>
          <a:prstGeom prst="rect">
            <a:avLst/>
          </a:prstGeom>
        </p:spPr>
      </p:pic>
      <p:pic>
        <p:nvPicPr>
          <p:cNvPr id="61" name="Image 22" descr=" ">
            <a:extLst>
              <a:ext uri="{FF2B5EF4-FFF2-40B4-BE49-F238E27FC236}">
                <a16:creationId xmlns:a16="http://schemas.microsoft.com/office/drawing/2014/main" id="{CFE5C066-1B41-F92A-35BB-8C437AB2AA59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418541" y="11225051"/>
            <a:ext cx="702926" cy="411676"/>
          </a:xfrm>
          <a:prstGeom prst="rect">
            <a:avLst/>
          </a:prstGeom>
        </p:spPr>
      </p:pic>
      <p:sp>
        <p:nvSpPr>
          <p:cNvPr id="65" name="Shape 23">
            <a:extLst>
              <a:ext uri="{FF2B5EF4-FFF2-40B4-BE49-F238E27FC236}">
                <a16:creationId xmlns:a16="http://schemas.microsoft.com/office/drawing/2014/main" id="{8FCAC2A0-E67A-5623-B265-0B20EB2CF4EF}"/>
              </a:ext>
            </a:extLst>
          </p:cNvPr>
          <p:cNvSpPr/>
          <p:nvPr/>
        </p:nvSpPr>
        <p:spPr>
          <a:xfrm>
            <a:off x="22761245" y="1528232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 sz="200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66" name="Shape 24">
            <a:extLst>
              <a:ext uri="{FF2B5EF4-FFF2-40B4-BE49-F238E27FC236}">
                <a16:creationId xmlns:a16="http://schemas.microsoft.com/office/drawing/2014/main" id="{623A107F-6FC0-EF9F-1E38-12AAE94669B6}"/>
              </a:ext>
            </a:extLst>
          </p:cNvPr>
          <p:cNvSpPr/>
          <p:nvPr/>
        </p:nvSpPr>
        <p:spPr>
          <a:xfrm>
            <a:off x="22473341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72" name="Image 1" descr=" ">
            <a:extLst>
              <a:ext uri="{FF2B5EF4-FFF2-40B4-BE49-F238E27FC236}">
                <a16:creationId xmlns:a16="http://schemas.microsoft.com/office/drawing/2014/main" id="{A5E9ACC3-CF99-F7AC-A85E-5F2C5470C469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9602400" y="3962400"/>
            <a:ext cx="6503213" cy="8014976"/>
          </a:xfrm>
          <a:prstGeom prst="rect">
            <a:avLst/>
          </a:prstGeom>
        </p:spPr>
      </p:pic>
      <p:pic>
        <p:nvPicPr>
          <p:cNvPr id="73" name="Image 2" descr=" ">
            <a:extLst>
              <a:ext uri="{FF2B5EF4-FFF2-40B4-BE49-F238E27FC236}">
                <a16:creationId xmlns:a16="http://schemas.microsoft.com/office/drawing/2014/main" id="{0E49EAC8-E1DA-51E8-A186-3811BC123C0B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6359645" y="3962400"/>
            <a:ext cx="6503213" cy="8014976"/>
          </a:xfrm>
          <a:prstGeom prst="rect">
            <a:avLst/>
          </a:prstGeom>
        </p:spPr>
      </p:pic>
      <p:sp>
        <p:nvSpPr>
          <p:cNvPr id="74" name="Text 3">
            <a:extLst>
              <a:ext uri="{FF2B5EF4-FFF2-40B4-BE49-F238E27FC236}">
                <a16:creationId xmlns:a16="http://schemas.microsoft.com/office/drawing/2014/main" id="{F271AF7A-6D6B-A559-9484-71E8F8962BEB}"/>
              </a:ext>
            </a:extLst>
          </p:cNvPr>
          <p:cNvSpPr/>
          <p:nvPr/>
        </p:nvSpPr>
        <p:spPr>
          <a:xfrm>
            <a:off x="11206509" y="4470835"/>
            <a:ext cx="3294994" cy="868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zh-CN" altLang="en-US" sz="3600" b="1" kern="0" spc="-30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Medium" pitchFamily="34" charset="-120"/>
              </a:rPr>
              <a:t>客户侧收益测算</a:t>
            </a:r>
            <a:endParaRPr lang="en-US" sz="3600" b="1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75" name="Text 4">
            <a:extLst>
              <a:ext uri="{FF2B5EF4-FFF2-40B4-BE49-F238E27FC236}">
                <a16:creationId xmlns:a16="http://schemas.microsoft.com/office/drawing/2014/main" id="{5E7CD001-093F-401D-95D0-AD53F4C6BFEF}"/>
              </a:ext>
            </a:extLst>
          </p:cNvPr>
          <p:cNvSpPr/>
          <p:nvPr/>
        </p:nvSpPr>
        <p:spPr>
          <a:xfrm>
            <a:off x="17734515" y="4470835"/>
            <a:ext cx="3753471" cy="868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zh-CN" altLang="en-US" sz="3600" b="1" kern="0" spc="-30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Medium" pitchFamily="34" charset="-120"/>
              </a:rPr>
              <a:t>平台盈亏平衡测算</a:t>
            </a:r>
            <a:endParaRPr lang="en-US" sz="3600" b="1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76" name="Text 5">
            <a:extLst>
              <a:ext uri="{FF2B5EF4-FFF2-40B4-BE49-F238E27FC236}">
                <a16:creationId xmlns:a16="http://schemas.microsoft.com/office/drawing/2014/main" id="{25F3C1F0-E727-C090-04C7-386A4575DEB5}"/>
              </a:ext>
            </a:extLst>
          </p:cNvPr>
          <p:cNvSpPr/>
          <p:nvPr/>
        </p:nvSpPr>
        <p:spPr>
          <a:xfrm>
            <a:off x="10110463" y="5397500"/>
            <a:ext cx="5646987" cy="130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假设：</a:t>
            </a:r>
            <a:r>
              <a:rPr lang="en-US" altLang="zh-CN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100</a:t>
            </a: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人规模，平均月薪 </a:t>
            </a:r>
            <a:r>
              <a:rPr lang="en-US" altLang="zh-CN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¥15000</a:t>
            </a: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，每人每周因知识查找重复问人损失约</a:t>
            </a:r>
            <a:r>
              <a:rPr lang="en-US" altLang="zh-CN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1 </a:t>
            </a: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  <a:cs typeface="Inter Regular" pitchFamily="34" charset="-120"/>
              </a:rPr>
              <a:t>小时。</a:t>
            </a:r>
            <a:endParaRPr lang="en-US" sz="2800" dirty="0"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pic>
        <p:nvPicPr>
          <p:cNvPr id="77" name="Image 3" descr=" ">
            <a:extLst>
              <a:ext uri="{FF2B5EF4-FFF2-40B4-BE49-F238E27FC236}">
                <a16:creationId xmlns:a16="http://schemas.microsoft.com/office/drawing/2014/main" id="{6ACA4DB3-A9F9-230B-F761-50E69A745A66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110464" y="7133704"/>
            <a:ext cx="5385473" cy="45719"/>
          </a:xfrm>
          <a:prstGeom prst="rect">
            <a:avLst/>
          </a:prstGeom>
        </p:spPr>
      </p:pic>
      <p:sp>
        <p:nvSpPr>
          <p:cNvPr id="78" name="Text 6">
            <a:extLst>
              <a:ext uri="{FF2B5EF4-FFF2-40B4-BE49-F238E27FC236}">
                <a16:creationId xmlns:a16="http://schemas.microsoft.com/office/drawing/2014/main" id="{91DD0731-DDD8-A91E-31A0-1CB7E7C9A89E}"/>
              </a:ext>
            </a:extLst>
          </p:cNvPr>
          <p:cNvSpPr/>
          <p:nvPr/>
        </p:nvSpPr>
        <p:spPr>
          <a:xfrm>
            <a:off x="10110464" y="7394055"/>
            <a:ext cx="5487086" cy="719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节省查找成本 </a:t>
            </a:r>
            <a:r>
              <a:rPr lang="en-US" altLang="zh-CN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= 100</a:t>
            </a: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人 </a:t>
            </a:r>
            <a:r>
              <a:rPr lang="en-US" altLang="zh-CN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× 1</a:t>
            </a: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小时</a:t>
            </a:r>
            <a:r>
              <a:rPr lang="en-US" altLang="zh-CN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/</a:t>
            </a: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周 </a:t>
            </a:r>
            <a:r>
              <a:rPr lang="en-US" altLang="zh-CN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× 50</a:t>
            </a: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周 </a:t>
            </a:r>
            <a:r>
              <a:rPr lang="en-US" altLang="zh-CN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× (15,000÷160</a:t>
            </a: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小时</a:t>
            </a:r>
            <a:r>
              <a:rPr lang="en-US" altLang="zh-CN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             = 100 × 50 × 93.75</a:t>
            </a:r>
          </a:p>
          <a:p>
            <a:pPr>
              <a:lnSpc>
                <a:spcPct val="125000"/>
              </a:lnSpc>
            </a:pPr>
            <a:r>
              <a:rPr lang="en-US" altLang="zh-CN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             ≈ ¥468,000/</a:t>
            </a: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年</a:t>
            </a:r>
            <a:endParaRPr lang="en-US" sz="2800" kern="0" spc="-48" dirty="0">
              <a:solidFill>
                <a:srgbClr val="FFFFFF">
                  <a:alpha val="70000"/>
                </a:srgbClr>
              </a:solidFill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pic>
        <p:nvPicPr>
          <p:cNvPr id="79" name="Image 4" descr=" ">
            <a:extLst>
              <a:ext uri="{FF2B5EF4-FFF2-40B4-BE49-F238E27FC236}">
                <a16:creationId xmlns:a16="http://schemas.microsoft.com/office/drawing/2014/main" id="{C9BC6D0A-8ECB-54BD-4929-A3A32D24AF74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110464" y="9700660"/>
            <a:ext cx="5385473" cy="45719"/>
          </a:xfrm>
          <a:prstGeom prst="rect">
            <a:avLst/>
          </a:prstGeom>
        </p:spPr>
      </p:pic>
      <p:sp>
        <p:nvSpPr>
          <p:cNvPr id="80" name="Text 7">
            <a:extLst>
              <a:ext uri="{FF2B5EF4-FFF2-40B4-BE49-F238E27FC236}">
                <a16:creationId xmlns:a16="http://schemas.microsoft.com/office/drawing/2014/main" id="{B0B73B07-78B5-3EFB-000C-B35EC825297E}"/>
              </a:ext>
            </a:extLst>
          </p:cNvPr>
          <p:cNvSpPr/>
          <p:nvPr/>
        </p:nvSpPr>
        <p:spPr>
          <a:xfrm>
            <a:off x="10110464" y="9961011"/>
            <a:ext cx="5487086" cy="130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ct val="125000"/>
              </a:lnSpc>
              <a:buNone/>
            </a:pP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按保守估算仅节省</a:t>
            </a:r>
            <a:r>
              <a:rPr lang="en-US" altLang="zh-CN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20%</a:t>
            </a: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（约 </a:t>
            </a:r>
            <a:r>
              <a:rPr lang="en-US" altLang="zh-CN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¥93600</a:t>
            </a: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），也远超年度系统成本（</a:t>
            </a:r>
            <a:r>
              <a:rPr lang="en-US" altLang="zh-CN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¥7000-13000</a:t>
            </a: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）。</a:t>
            </a:r>
            <a:endParaRPr lang="en-US" sz="2800" kern="0" spc="-48" dirty="0">
              <a:solidFill>
                <a:srgbClr val="FFFFFF">
                  <a:alpha val="70000"/>
                </a:srgbClr>
              </a:solidFill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D309F36D-CFFE-4BB3-F6F1-2ADB4B8E4918}"/>
              </a:ext>
            </a:extLst>
          </p:cNvPr>
          <p:cNvSpPr/>
          <p:nvPr/>
        </p:nvSpPr>
        <p:spPr>
          <a:xfrm>
            <a:off x="16867708" y="5397500"/>
            <a:ext cx="5626803" cy="130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以专业版年费 </a:t>
            </a:r>
            <a:r>
              <a:rPr lang="en-US" altLang="zh-CN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¥8,000</a:t>
            </a: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、单客户维护成本约 </a:t>
            </a:r>
            <a:r>
              <a:rPr lang="en-US" altLang="zh-CN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¥500 </a:t>
            </a: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估算：</a:t>
            </a:r>
            <a:endParaRPr lang="en-US" sz="2800" kern="0" spc="-48" dirty="0">
              <a:solidFill>
                <a:srgbClr val="FFFFFF">
                  <a:alpha val="70000"/>
                </a:srgbClr>
              </a:solidFill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pic>
        <p:nvPicPr>
          <p:cNvPr id="82" name="Image 5" descr=" ">
            <a:extLst>
              <a:ext uri="{FF2B5EF4-FFF2-40B4-BE49-F238E27FC236}">
                <a16:creationId xmlns:a16="http://schemas.microsoft.com/office/drawing/2014/main" id="{58A7BC19-8BE1-365E-60C7-07DACCA4878F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6867708" y="7108304"/>
            <a:ext cx="5525191" cy="45719"/>
          </a:xfrm>
          <a:prstGeom prst="rect">
            <a:avLst/>
          </a:prstGeom>
        </p:spPr>
      </p:pic>
      <p:sp>
        <p:nvSpPr>
          <p:cNvPr id="83" name="Text 9">
            <a:extLst>
              <a:ext uri="{FF2B5EF4-FFF2-40B4-BE49-F238E27FC236}">
                <a16:creationId xmlns:a16="http://schemas.microsoft.com/office/drawing/2014/main" id="{8CA31354-D589-39CC-C3DC-8712DF01DB9B}"/>
              </a:ext>
            </a:extLst>
          </p:cNvPr>
          <p:cNvSpPr/>
          <p:nvPr/>
        </p:nvSpPr>
        <p:spPr>
          <a:xfrm>
            <a:off x="16867708" y="7343254"/>
            <a:ext cx="5626803" cy="1897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ct val="125000"/>
              </a:lnSpc>
              <a:buNone/>
            </a:pP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盈亏平衡 </a:t>
            </a:r>
            <a:r>
              <a:rPr lang="en-US" altLang="zh-CN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= </a:t>
            </a: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付费客户数 </a:t>
            </a:r>
            <a:r>
              <a:rPr lang="en-US" altLang="zh-CN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× </a:t>
            </a: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单客户边际收益 </a:t>
            </a:r>
            <a:r>
              <a:rPr lang="en-US" altLang="zh-CN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&gt; </a:t>
            </a: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年度固定运营成本</a:t>
            </a:r>
          </a:p>
          <a:p>
            <a:pPr indent="0">
              <a:lnSpc>
                <a:spcPct val="125000"/>
              </a:lnSpc>
              <a:buNone/>
            </a:pP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单客户边际收益 </a:t>
            </a:r>
            <a:r>
              <a:rPr lang="en-US" altLang="zh-CN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= </a:t>
            </a: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订阅收入 </a:t>
            </a:r>
            <a:r>
              <a:rPr lang="en-US" altLang="zh-CN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+ </a:t>
            </a: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增值服务收入 </a:t>
            </a:r>
            <a:r>
              <a:rPr lang="en-US" altLang="zh-CN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- </a:t>
            </a: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单客户交付维护成本</a:t>
            </a:r>
            <a:endParaRPr lang="en-US" sz="2800" kern="0" spc="-48" dirty="0">
              <a:solidFill>
                <a:srgbClr val="FFFFFF">
                  <a:alpha val="70000"/>
                </a:srgbClr>
              </a:solidFill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  <p:pic>
        <p:nvPicPr>
          <p:cNvPr id="84" name="Image 6" descr=" ">
            <a:extLst>
              <a:ext uri="{FF2B5EF4-FFF2-40B4-BE49-F238E27FC236}">
                <a16:creationId xmlns:a16="http://schemas.microsoft.com/office/drawing/2014/main" id="{92985589-8A7A-3E35-50E9-8A3C8CD57481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6867708" y="9723910"/>
            <a:ext cx="5525191" cy="45719"/>
          </a:xfrm>
          <a:prstGeom prst="rect">
            <a:avLst/>
          </a:prstGeom>
        </p:spPr>
      </p:pic>
      <p:sp>
        <p:nvSpPr>
          <p:cNvPr id="85" name="Text 10">
            <a:extLst>
              <a:ext uri="{FF2B5EF4-FFF2-40B4-BE49-F238E27FC236}">
                <a16:creationId xmlns:a16="http://schemas.microsoft.com/office/drawing/2014/main" id="{F0AD26BF-23BF-7BAB-1CDA-743F621D437B}"/>
              </a:ext>
            </a:extLst>
          </p:cNvPr>
          <p:cNvSpPr/>
          <p:nvPr/>
        </p:nvSpPr>
        <p:spPr>
          <a:xfrm>
            <a:off x="16846538" y="9897726"/>
            <a:ext cx="5626803" cy="130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年度运营成本约 </a:t>
            </a:r>
            <a:r>
              <a:rPr lang="en-US" altLang="zh-CN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¥13,000</a:t>
            </a: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（含人力）</a:t>
            </a:r>
            <a:endParaRPr lang="en-US" altLang="zh-CN" sz="2800" kern="0" spc="-48" dirty="0">
              <a:solidFill>
                <a:srgbClr val="FFFFFF">
                  <a:alpha val="70000"/>
                </a:srgbClr>
              </a:solidFill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  <a:p>
            <a:pPr>
              <a:lnSpc>
                <a:spcPct val="125000"/>
              </a:lnSpc>
            </a:pP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盈亏平衡点：约 </a:t>
            </a:r>
            <a:r>
              <a:rPr lang="en-US" altLang="zh-CN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2 </a:t>
            </a:r>
            <a:r>
              <a:rPr lang="zh-CN" altLang="en-US" sz="2800" kern="0" spc="-48" dirty="0">
                <a:solidFill>
                  <a:srgbClr val="FFFFFF">
                    <a:alpha val="70000"/>
                  </a:srgbClr>
                </a:solidFill>
                <a:latin typeface="Source Han Sans SC VF" panose="020B0200000000000000" pitchFamily="34" charset="-128"/>
                <a:ea typeface="Source Han Sans SC VF" panose="020B0200000000000000" pitchFamily="34" charset="-128"/>
              </a:rPr>
              <a:t>个付费客户</a:t>
            </a:r>
            <a:endParaRPr lang="en-US" sz="2800" kern="0" spc="-48" dirty="0">
              <a:solidFill>
                <a:srgbClr val="FFFFFF">
                  <a:alpha val="70000"/>
                </a:srgbClr>
              </a:solidFill>
              <a:latin typeface="Source Han Sans SC VF" panose="020B0200000000000000" pitchFamily="34" charset="-128"/>
              <a:ea typeface="Source Han Sans SC VF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834084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D314C-0163-9BA2-3ADF-588573DB6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0">
            <a:extLst>
              <a:ext uri="{FF2B5EF4-FFF2-40B4-BE49-F238E27FC236}">
                <a16:creationId xmlns:a16="http://schemas.microsoft.com/office/drawing/2014/main" id="{54D7E637-3C55-515F-7068-390943D415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175" cy="13716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0953BF58-13EB-D0DC-3694-44E7E65D6D1D}"/>
              </a:ext>
            </a:extLst>
          </p:cNvPr>
          <p:cNvSpPr/>
          <p:nvPr/>
        </p:nvSpPr>
        <p:spPr>
          <a:xfrm>
            <a:off x="-2584773" y="-3721137"/>
            <a:ext cx="29546010" cy="1743714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82F31FE8-3B88-8641-D304-0876D3984F83}"/>
              </a:ext>
            </a:extLst>
          </p:cNvPr>
          <p:cNvSpPr/>
          <p:nvPr/>
        </p:nvSpPr>
        <p:spPr>
          <a:xfrm>
            <a:off x="17502788" y="11787718"/>
            <a:ext cx="270967" cy="270933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CF4E6BD9-CD6B-D9A3-752B-6691777E9F58}"/>
              </a:ext>
            </a:extLst>
          </p:cNvPr>
          <p:cNvSpPr/>
          <p:nvPr/>
        </p:nvSpPr>
        <p:spPr>
          <a:xfrm>
            <a:off x="18044723" y="11787718"/>
            <a:ext cx="270967" cy="2709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D1BEA5A5-3954-F6A4-D61F-A81E294C2DE4}"/>
              </a:ext>
            </a:extLst>
          </p:cNvPr>
          <p:cNvSpPr/>
          <p:nvPr/>
        </p:nvSpPr>
        <p:spPr>
          <a:xfrm>
            <a:off x="18315689" y="11584518"/>
            <a:ext cx="203225" cy="20320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F4B9B27E-1610-116E-7691-563933636707}"/>
              </a:ext>
            </a:extLst>
          </p:cNvPr>
          <p:cNvSpPr/>
          <p:nvPr/>
        </p:nvSpPr>
        <p:spPr>
          <a:xfrm>
            <a:off x="17739885" y="11449050"/>
            <a:ext cx="338709" cy="3386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08565B89-22DB-DB43-1A41-13437CCC576F}"/>
              </a:ext>
            </a:extLst>
          </p:cNvPr>
          <p:cNvSpPr/>
          <p:nvPr/>
        </p:nvSpPr>
        <p:spPr>
          <a:xfrm>
            <a:off x="1545455" y="3569758"/>
            <a:ext cx="16973459" cy="4174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zh-CN" altLang="en-US" sz="11500" kern="0" spc="-258" dirty="0">
                <a:solidFill>
                  <a:srgbClr val="FFFFFF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  <a:cs typeface="Archivo Bold" pitchFamily="34" charset="-120"/>
              </a:rPr>
              <a:t>感谢垂听，</a:t>
            </a:r>
            <a:endParaRPr lang="en-US" altLang="zh-CN" sz="11500" kern="0" spc="-258" dirty="0">
              <a:solidFill>
                <a:srgbClr val="FFFFFF">
                  <a:alpha val="100000"/>
                </a:srgbClr>
              </a:solidFill>
              <a:latin typeface="STZhongsong" panose="02010600040101010101" pitchFamily="2" charset="-122"/>
              <a:ea typeface="STZhongsong" panose="02010600040101010101" pitchFamily="2" charset="-122"/>
              <a:cs typeface="Archivo Bold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sz="11500" kern="0" spc="-258" dirty="0">
                <a:solidFill>
                  <a:srgbClr val="FFFFFF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欢迎咨询！</a:t>
            </a:r>
            <a:endParaRPr lang="en-US" sz="11500" dirty="0">
              <a:latin typeface="STZhongsong" panose="02010600040101010101" pitchFamily="2" charset="-122"/>
              <a:ea typeface="STZhongsong" panose="02010600040101010101" pitchFamily="2" charset="-122"/>
            </a:endParaRPr>
          </a:p>
        </p:txBody>
      </p:sp>
      <p:pic>
        <p:nvPicPr>
          <p:cNvPr id="2" name="图片 1" descr="950402ed72d629f8190ce4dd0bd53429">
            <a:extLst>
              <a:ext uri="{FF2B5EF4-FFF2-40B4-BE49-F238E27FC236}">
                <a16:creationId xmlns:a16="http://schemas.microsoft.com/office/drawing/2014/main" id="{6E5DD807-E127-B884-66AB-C93DAA1B57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009" y="10067088"/>
            <a:ext cx="2432610" cy="243261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876557E-3E1E-89F3-9387-D6C18763B86B}"/>
              </a:ext>
            </a:extLst>
          </p:cNvPr>
          <p:cNvSpPr txBox="1"/>
          <p:nvPr/>
        </p:nvSpPr>
        <p:spPr>
          <a:xfrm>
            <a:off x="4447597" y="10741164"/>
            <a:ext cx="87824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dirty="0">
                <a:solidFill>
                  <a:schemeClr val="bg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第六组</a:t>
            </a:r>
            <a:r>
              <a:rPr kumimoji="1" lang="en-US" altLang="zh-CN" sz="4000" dirty="0">
                <a:solidFill>
                  <a:schemeClr val="bg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	</a:t>
            </a:r>
            <a:r>
              <a:rPr kumimoji="1" lang="zh-CN" altLang="en-US" sz="4000" dirty="0">
                <a:solidFill>
                  <a:schemeClr val="bg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杨佳兴 吴亚南 赖智垣</a:t>
            </a:r>
          </a:p>
        </p:txBody>
      </p:sp>
    </p:spTree>
    <p:extLst>
      <p:ext uri="{BB962C8B-B14F-4D97-AF65-F5344CB8AC3E}">
        <p14:creationId xmlns:p14="http://schemas.microsoft.com/office/powerpoint/2010/main" val="26843906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4721227,21600767,21600768,21600769,21600771],&quot;70&quot;:[3325739,3314434,3328119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1093_3*l_h_a*1_4_1"/>
  <p:tag name="KSO_WM_TEMPLATE_CATEGORY" val="diagram"/>
  <p:tag name="KSO_WM_TEMPLATE_INDEX" val="2023109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093_3*l_h_a*1_1_1"/>
  <p:tag name="KSO_WM_TEMPLATE_CATEGORY" val="diagram"/>
  <p:tag name="KSO_WM_TEMPLATE_INDEX" val="2023109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093_3*l_h_a*1_2_1"/>
  <p:tag name="KSO_WM_TEMPLATE_CATEGORY" val="diagram"/>
  <p:tag name="KSO_WM_TEMPLATE_INDEX" val="2023109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4_2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4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DIAGRAM_USE_COLOR_VALUE" val="{&quot;color_scheme&quot;:1,&quot;color_type&quot;:1,&quot;theme_color_indexes&quot;:[5,6,5,6,5,6]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4_1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4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solidLine&quot;:{&quot;brightness&quot;:0,&quot;colorType&quot;:1,&quot;foreColorIndex&quot;:6,&quot;transparency&quot;:0.5600000023841858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UNIT_LINE_FORE_SCHEMECOLOR_INDEX" val="6"/>
  <p:tag name="KSO_WM_DIAGRAM_USE_COLOR_VALUE" val="{&quot;color_scheme&quot;:1,&quot;color_type&quot;:1,&quot;theme_color_indexes&quot;:[5,6,5,6,5,6]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1_2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DIAGRAM_USE_COLOR_VALUE" val="{&quot;color_scheme&quot;:1,&quot;color_type&quot;:1,&quot;theme_color_indexes&quot;:[5,6,5,6,5,6]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1_1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5600000023841858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DIAGRAM_USE_COLOR_VALUE" val="{&quot;color_scheme&quot;:1,&quot;color_type&quot;:1,&quot;theme_color_indexes&quot;:[5,6,5,6,5,6]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2_2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2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DIAGRAM_USE_COLOR_VALUE" val="{&quot;color_scheme&quot;:1,&quot;color_type&quot;:1,&quot;theme_color_indexes&quot;:[5,6,5,6,5,6]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3_2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3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DIAGRAM_USE_COLOR_VALUE" val="{&quot;color_scheme&quot;:1,&quot;color_type&quot;:1,&quot;theme_color_indexes&quot;:[5,6,5,6,5,6]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1_3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1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800000011920929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3_3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3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800000011920929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2_3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2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gradient&quot;:[{&quot;brightness&quot;:0.20000000298023224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4_3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4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gradient&quot;:[{&quot;brightness&quot;:0.20000000298023224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2_1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solidLine&quot;:{&quot;brightness&quot;:0,&quot;colorType&quot;:1,&quot;foreColorIndex&quot;:6,&quot;transparency&quot;:0.5600000023841858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UNIT_LINE_FORE_SCHEMECOLOR_INDEX" val="6"/>
  <p:tag name="KSO_WM_DIAGRAM_USE_COLOR_VALUE" val="{&quot;color_scheme&quot;:1,&quot;color_type&quot;:1,&quot;theme_color_indexes&quot;:[5,6,5,6,5,6]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3_1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3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5600000023841858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DIAGRAM_USE_COLOR_VALUE" val="{&quot;color_scheme&quot;:1,&quot;color_type&quot;:1,&quot;theme_color_indexes&quot;:[5,6,5,6,5,6]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093_3*l_h_a*1_3_1"/>
  <p:tag name="KSO_WM_TEMPLATE_CATEGORY" val="diagram"/>
  <p:tag name="KSO_WM_TEMPLATE_INDEX" val="2023109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82.1122183890144,&quot;left&quot;:260.46249102510774,&quot;top&quot;:368.8,&quot;width&quot;:1466.037508974892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40.15,&quot;left&quot;:162.05,&quot;top&quot;:316.85,&quot;width&quot;:1500.174993896484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40.15,&quot;left&quot;:162.05,&quot;top&quot;:316.85,&quot;width&quot;:1500.174993896484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40.15,&quot;left&quot;:162.05,&quot;top&quot;:316.85,&quot;width&quot;:1500.174993896484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40.15,&quot;left&quot;:162.05,&quot;top&quot;:316.85,&quot;width&quot;:1500.174993896484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40.15,&quot;left&quot;:162.05,&quot;top&quot;:316.85,&quot;width&quot;:1500.174993896484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093_3*l_h_a*1_1_1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740.15,&quot;left&quot;:162.05,&quot;top&quot;:316.85,&quot;width&quot;:1500.1749938964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093_3*l_h_a*1_2_1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740.15,&quot;left&quot;:162.05,&quot;top&quot;:316.85,&quot;width&quot;:1500.1749938964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093_3*l_h_a*1_1_1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740.15,&quot;left&quot;:162.05,&quot;top&quot;:316.85,&quot;width&quot;:1500.1749938964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093_3*l_h_a*1_2_1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740.15,&quot;left&quot;:162.05,&quot;top&quot;:316.85,&quot;width&quot;:1500.1749938964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093_3*l_h_a*1_2_1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740.15,&quot;left&quot;:162.05,&quot;top&quot;:316.85,&quot;width&quot;:1500.1749938964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093_3*l_h_a*1_2_1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740.15,&quot;left&quot;:162.05,&quot;top&quot;:316.85,&quot;width&quot;:1500.1749938964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40.15,&quot;left&quot;:162.05,&quot;top&quot;:316.85,&quot;width&quot;:1500.174993896484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40.15,&quot;left&quot;:162.05,&quot;top&quot;:316.85,&quot;width&quot;:1500.174993896484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40.15,&quot;left&quot;:162.05,&quot;top&quot;:316.85,&quot;width&quot;:1500.174993896484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40.15,&quot;left&quot;:162.05,&quot;top&quot;:316.85,&quot;width&quot;:1500.174993896484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40.15,&quot;left&quot;:162.05,&quot;top&quot;:316.85,&quot;width&quot;:1500.174993896484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40.15,&quot;left&quot;:162.05,&quot;top&quot;:316.85,&quot;width&quot;:1500.1749938964845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4721227&quot;,&quot;origin&quot;:0,&quot;type&quot;:&quot;icons&quot;,&quot;user&quot;:&quot;724330829&quot;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4721227&quot;,&quot;origin&quot;:0,&quot;type&quot;:&quot;icons&quot;,&quot;user&quot;:&quot;724330829&quot;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3_1"/>
  <p:tag name="KSO_WM_UNIT_ID" val="diagram20234393_3*q_h_f*1_3_1"/>
  <p:tag name="KSO_WM_TEMPLATE_CATEGORY" val="diagram"/>
  <p:tag name="KSO_WM_TEMPLATE_INDEX" val="20234393"/>
  <p:tag name="KSO_WM_UNIT_LAYERLEVEL" val="1_1_1"/>
  <p:tag name="KSO_WM_TAG_VERSION" val="3.0"/>
  <p:tag name="KSO_WM_BEAUTIFY_FLAG" val="#wm#"/>
  <p:tag name="KSO_WM_UNIT_TEXT_LAYER_COUNT" val="1"/>
  <p:tag name="KSO_WM_DIAGRAM_GROUP_CODE" val="q1-1"/>
  <p:tag name="KSO_WM_DIAGRAM_VERSION" val="3"/>
  <p:tag name="KSO_WM_DIAGRAM_COLOR_TRICK" val="1"/>
  <p:tag name="KSO_WM_DIAGRAM_COLOR_TEXT_CAN_REMOVE" val="n"/>
  <p:tag name="KSO_WM_UNIT_PRESET_TEXT" val="单击此处添加文本内容，简明扼要地阐述您的观点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776.8,&quot;left&quot;:177.15,&quot;top&quot;:231.95,&quot;width&quot;:17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,&quot;theme_colors&quot;:[&quot;#000000&quot;,&quot;#ffffff&quot;,&quot;#2d2d2d&quot;,&quot;#f5f5f5&quot;,&quot;#4caf50&quot;,&quot;#2196f3&quot;,&quot;#ff9800&quot;,&quot;#f44336&quot;,&quot;#9c27b0&quot;,&quot;#00bcd4&quot;,&quot;#1976d2&quot;,&quot;#7b1fa2&quot;]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2_1"/>
  <p:tag name="KSO_WM_UNIT_ID" val="diagram20234393_3*q_h_f*1_2_1"/>
  <p:tag name="KSO_WM_TEMPLATE_CATEGORY" val="diagram"/>
  <p:tag name="KSO_WM_TEMPLATE_INDEX" val="20234393"/>
  <p:tag name="KSO_WM_UNIT_LAYERLEVEL" val="1_1_1"/>
  <p:tag name="KSO_WM_TAG_VERSION" val="3.0"/>
  <p:tag name="KSO_WM_BEAUTIFY_FLAG" val="#wm#"/>
  <p:tag name="KSO_WM_UNIT_TEXT_LAYER_COUNT" val="1"/>
  <p:tag name="KSO_WM_DIAGRAM_GROUP_CODE" val="q1-1"/>
  <p:tag name="KSO_WM_DIAGRAM_VERSION" val="3"/>
  <p:tag name="KSO_WM_DIAGRAM_COLOR_TRICK" val="1"/>
  <p:tag name="KSO_WM_DIAGRAM_COLOR_TEXT_CAN_REMOVE" val="n"/>
  <p:tag name="KSO_WM_UNIT_PRESET_TEXT" val="单击此处添加文本，简明扼要地阐述您的观点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776.8,&quot;left&quot;:177.15,&quot;top&quot;:231.95,&quot;width&quot;:17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,&quot;theme_colors&quot;:[&quot;#000000&quot;,&quot;#ffffff&quot;,&quot;#2d2d2d&quot;,&quot;#f5f5f5&quot;,&quot;#4caf50&quot;,&quot;#2196f3&quot;,&quot;#ff9800&quot;,&quot;#f44336&quot;,&quot;#9c27b0&quot;,&quot;#00bcd4&quot;,&quot;#1976d2&quot;,&quot;#7b1fa2&quot;]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q_h_i"/>
  <p:tag name="KSO_WM_UNIT_INDEX" val="1_2_1"/>
  <p:tag name="KSO_WM_UNIT_ID" val="diagram20234393_3*q_h_i*1_2_1"/>
  <p:tag name="KSO_WM_TEMPLATE_CATEGORY" val="diagram"/>
  <p:tag name="KSO_WM_TEMPLATE_INDEX" val="20234393"/>
  <p:tag name="KSO_WM_UNIT_LAYERLEVEL" val="1_1_1"/>
  <p:tag name="KSO_WM_TAG_VERSION" val="3.0"/>
  <p:tag name="KSO_WM_UNIT_TEXT_FILL_FORE_SCHEMECOLOR_INDEX_BRIGHTNESS" val="0.15"/>
  <p:tag name="KSO_WM_DIAGRAM_GROUP_CODE" val="q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776.8,&quot;left&quot;:177.15,&quot;top&quot;:231.95,&quot;width&quot;:17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1"/>
  <p:tag name="KSO_WM_UNIT_TEXT_FILL_TYPE" val="1"/>
  <p:tag name="KSO_WM_DIAGRAM_USE_COLOR_VALUE" val="{&quot;color_scheme&quot;:1,&quot;color_type&quot;:1,&quot;theme_color_indexes&quot;:[5,6,5,6,5,6],&quot;theme_colors&quot;:[&quot;#000000&quot;,&quot;#ffffff&quot;,&quot;#2d2d2d&quot;,&quot;#f5f5f5&quot;,&quot;#4caf50&quot;,&quot;#2196f3&quot;,&quot;#ff9800&quot;,&quot;#f44336&quot;,&quot;#9c27b0&quot;,&quot;#00bcd4&quot;,&quot;#1976d2&quot;,&quot;#7b1fa2&quot;]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q_h_i"/>
  <p:tag name="KSO_WM_UNIT_INDEX" val="1_3_1"/>
  <p:tag name="KSO_WM_UNIT_ID" val="diagram20234393_3*q_h_i*1_3_1"/>
  <p:tag name="KSO_WM_TEMPLATE_CATEGORY" val="diagram"/>
  <p:tag name="KSO_WM_TEMPLATE_INDEX" val="20234393"/>
  <p:tag name="KSO_WM_UNIT_LAYERLEVEL" val="1_1_1"/>
  <p:tag name="KSO_WM_TAG_VERSION" val="3.0"/>
  <p:tag name="KSO_WM_UNIT_TEXT_FILL_FORE_SCHEMECOLOR_INDEX_BRIGHTNESS" val="0.15"/>
  <p:tag name="KSO_WM_DIAGRAM_GROUP_CODE" val="q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776.8,&quot;left&quot;:177.15,&quot;top&quot;:231.95,&quot;width&quot;:17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1"/>
  <p:tag name="KSO_WM_UNIT_TEXT_FILL_TYPE" val="1"/>
  <p:tag name="KSO_WM_DIAGRAM_USE_COLOR_VALUE" val="{&quot;color_scheme&quot;:1,&quot;color_type&quot;:1,&quot;theme_color_indexes&quot;:[5,6,5,6,5,6],&quot;theme_colors&quot;:[&quot;#000000&quot;,&quot;#ffffff&quot;,&quot;#2d2d2d&quot;,&quot;#f5f5f5&quot;,&quot;#4caf50&quot;,&quot;#2196f3&quot;,&quot;#ff9800&quot;,&quot;#f44336&quot;,&quot;#9c27b0&quot;,&quot;#00bcd4&quot;,&quot;#1976d2&quot;,&quot;#7b1fa2&quot;]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q_h_i"/>
  <p:tag name="KSO_WM_UNIT_INDEX" val="1_4_1"/>
  <p:tag name="KSO_WM_UNIT_ID" val="diagram20234393_3*q_h_i*1_4_1"/>
  <p:tag name="KSO_WM_TEMPLATE_CATEGORY" val="diagram"/>
  <p:tag name="KSO_WM_TEMPLATE_INDEX" val="20234393"/>
  <p:tag name="KSO_WM_UNIT_LAYERLEVEL" val="1_1_1"/>
  <p:tag name="KSO_WM_TAG_VERSION" val="3.0"/>
  <p:tag name="KSO_WM_UNIT_TEXT_FILL_FORE_SCHEMECOLOR_INDEX_BRIGHTNESS" val="0.15"/>
  <p:tag name="KSO_WM_DIAGRAM_GROUP_CODE" val="q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776.8,&quot;left&quot;:177.15,&quot;top&quot;:231.95,&quot;width&quot;:17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1"/>
  <p:tag name="KSO_WM_UNIT_TEXT_FILL_TYPE" val="1"/>
  <p:tag name="KSO_WM_DIAGRAM_USE_COLOR_VALUE" val="{&quot;color_scheme&quot;:1,&quot;color_type&quot;:1,&quot;theme_color_indexes&quot;:[5,6,5,6,5,6],&quot;theme_colors&quot;:[&quot;#000000&quot;,&quot;#ffffff&quot;,&quot;#2d2d2d&quot;,&quot;#f5f5f5&quot;,&quot;#4caf50&quot;,&quot;#2196f3&quot;,&quot;#ff9800&quot;,&quot;#f44336&quot;,&quot;#9c27b0&quot;,&quot;#00bcd4&quot;,&quot;#1976d2&quot;,&quot;#7b1fa2&quot;]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1_1"/>
  <p:tag name="KSO_WM_UNIT_ID" val="diagram20234393_3*q_h_f*1_1_1"/>
  <p:tag name="KSO_WM_TEMPLATE_CATEGORY" val="diagram"/>
  <p:tag name="KSO_WM_TEMPLATE_INDEX" val="20234393"/>
  <p:tag name="KSO_WM_UNIT_LAYERLEVEL" val="1_1_1"/>
  <p:tag name="KSO_WM_TAG_VERSION" val="3.0"/>
  <p:tag name="KSO_WM_BEAUTIFY_FLAG" val="#wm#"/>
  <p:tag name="KSO_WM_UNIT_TEXT_LAYER_COUNT" val="1"/>
  <p:tag name="KSO_WM_DIAGRAM_GROUP_CODE" val="q1-1"/>
  <p:tag name="KSO_WM_DIAGRAM_VERSION" val="3"/>
  <p:tag name="KSO_WM_DIAGRAM_COLOR_TRICK" val="1"/>
  <p:tag name="KSO_WM_DIAGRAM_COLOR_TEXT_CAN_REMOVE" val="n"/>
  <p:tag name="KSO_WM_UNIT_PRESET_TEXT" val="单击此处添加文本内容，简明扼要地阐述您的观点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776.8,&quot;left&quot;:177.15,&quot;top&quot;:231.95,&quot;width&quot;:17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,&quot;theme_colors&quot;:[&quot;#000000&quot;,&quot;#ffffff&quot;,&quot;#2d2d2d&quot;,&quot;#f5f5f5&quot;,&quot;#4caf50&quot;,&quot;#2196f3&quot;,&quot;#ff9800&quot;,&quot;#f44336&quot;,&quot;#9c27b0&quot;,&quot;#00bcd4&quot;,&quot;#1976d2&quot;,&quot;#7b1fa2&quot;]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q_h_i"/>
  <p:tag name="KSO_WM_UNIT_INDEX" val="1_1_1"/>
  <p:tag name="KSO_WM_UNIT_ID" val="diagram20234393_3*q_h_i*1_1_1"/>
  <p:tag name="KSO_WM_TEMPLATE_CATEGORY" val="diagram"/>
  <p:tag name="KSO_WM_TEMPLATE_INDEX" val="20234393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q1-1"/>
  <p:tag name="KSO_WM_DIAGRAM_MAX_ITEMCNT" val="6"/>
  <p:tag name="KSO_WM_DIAGRAM_MIN_ITEMCNT" val="2"/>
  <p:tag name="KSO_WM_DIAGRAM_VIRTUALLY_FRAME" val="{&quot;height&quot;:776.8,&quot;left&quot;:177.15,&quot;top&quot;:231.95,&quot;width&quot;:17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1"/>
  <p:tag name="KSO_WM_UNIT_TEXT_FILL_TYPE" val="1"/>
  <p:tag name="KSO_WM_DIAGRAM_USE_COLOR_VALUE" val="{&quot;color_scheme&quot;:1,&quot;color_type&quot;:1,&quot;theme_color_indexes&quot;:[5,6,5,6,5,6],&quot;theme_colors&quot;:[&quot;#000000&quot;,&quot;#ffffff&quot;,&quot;#2d2d2d&quot;,&quot;#f5f5f5&quot;,&quot;#4caf50&quot;,&quot;#2196f3&quot;,&quot;#ff9800&quot;,&quot;#f44336&quot;,&quot;#9c27b0&quot;,&quot;#00bcd4&quot;,&quot;#1976d2&quot;,&quot;#7b1fa2&quot;]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4_1"/>
  <p:tag name="KSO_WM_UNIT_ID" val="diagram20234393_3*q_h_f*1_4_1"/>
  <p:tag name="KSO_WM_TEMPLATE_CATEGORY" val="diagram"/>
  <p:tag name="KSO_WM_TEMPLATE_INDEX" val="20234393"/>
  <p:tag name="KSO_WM_UNIT_LAYERLEVEL" val="1_1_1"/>
  <p:tag name="KSO_WM_TAG_VERSION" val="3.0"/>
  <p:tag name="KSO_WM_BEAUTIFY_FLAG" val="#wm#"/>
  <p:tag name="KSO_WM_UNIT_TEXT_LAYER_COUNT" val="1"/>
  <p:tag name="KSO_WM_DIAGRAM_GROUP_CODE" val="q1-1"/>
  <p:tag name="KSO_WM_DIAGRAM_VERSION" val="3"/>
  <p:tag name="KSO_WM_DIAGRAM_COLOR_TRICK" val="1"/>
  <p:tag name="KSO_WM_DIAGRAM_COLOR_TEXT_CAN_REMOVE" val="n"/>
  <p:tag name="KSO_WM_UNIT_PRESET_TEXT" val="单击此处添加文本，简明扼要地阐述您的观点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776.8,&quot;left&quot;:177.15,&quot;top&quot;:231.95,&quot;width&quot;:17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,&quot;theme_colors&quot;:[&quot;#000000&quot;,&quot;#ffffff&quot;,&quot;#2d2d2d&quot;,&quot;#f5f5f5&quot;,&quot;#4caf50&quot;,&quot;#2196f3&quot;,&quot;#ff9800&quot;,&quot;#f44336&quot;,&quot;#9c27b0&quot;,&quot;#00bcd4&quot;,&quot;#1976d2&quot;,&quot;#7b1fa2&quot;]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76.8,&quot;left&quot;:177.15,&quot;top&quot;:231.95,&quot;width&quot;:1727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1_1"/>
  <p:tag name="KSO_WM_UNIT_ID" val="diagram20234393_3*q_h_f*1_1_1"/>
  <p:tag name="KSO_WM_TEMPLATE_CATEGORY" val="diagram"/>
  <p:tag name="KSO_WM_TEMPLATE_INDEX" val="20234393"/>
  <p:tag name="KSO_WM_UNIT_LAYERLEVEL" val="1_1_1"/>
  <p:tag name="KSO_WM_TAG_VERSION" val="3.0"/>
  <p:tag name="KSO_WM_UNIT_TEXT_LAYER_COUNT" val="1"/>
  <p:tag name="KSO_WM_DIAGRAM_GROUP_CODE" val="q1-1"/>
  <p:tag name="KSO_WM_DIAGRAM_VERSION" val="3"/>
  <p:tag name="KSO_WM_DIAGRAM_COLOR_TRICK" val="1"/>
  <p:tag name="KSO_WM_DIAGRAM_COLOR_TEXT_CAN_REMOVE" val="n"/>
  <p:tag name="KSO_WM_UNIT_PRESET_TEXT" val="单击此处添加文本内容，简明扼要地阐述您的观点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753.0611846923828,&quot;left&quot;:177.15,&quot;top&quot;:231.95,&quot;width&quot;:17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,&quot;theme_colors&quot;:[&quot;#000000&quot;,&quot;#ffffff&quot;,&quot;#2d2d2d&quot;,&quot;#f5f5f5&quot;,&quot;#4caf50&quot;,&quot;#2196f3&quot;,&quot;#ff9800&quot;,&quot;#f44336&quot;,&quot;#9c27b0&quot;,&quot;#00bcd4&quot;,&quot;#1976d2&quot;,&quot;#7b1fa2&quot;]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1_1"/>
  <p:tag name="KSO_WM_UNIT_ID" val="diagram20234393_3*q_h_f*1_1_1"/>
  <p:tag name="KSO_WM_TEMPLATE_CATEGORY" val="diagram"/>
  <p:tag name="KSO_WM_TEMPLATE_INDEX" val="20234393"/>
  <p:tag name="KSO_WM_UNIT_LAYERLEVEL" val="1_1_1"/>
  <p:tag name="KSO_WM_TAG_VERSION" val="3.0"/>
  <p:tag name="KSO_WM_UNIT_TEXT_LAYER_COUNT" val="1"/>
  <p:tag name="KSO_WM_DIAGRAM_GROUP_CODE" val="q1-1"/>
  <p:tag name="KSO_WM_DIAGRAM_VERSION" val="3"/>
  <p:tag name="KSO_WM_DIAGRAM_COLOR_TRICK" val="1"/>
  <p:tag name="KSO_WM_DIAGRAM_COLOR_TEXT_CAN_REMOVE" val="n"/>
  <p:tag name="KSO_WM_UNIT_PRESET_TEXT" val="单击此处添加文本内容，简明扼要地阐述您的观点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753.0611846923828,&quot;left&quot;:177.15,&quot;top&quot;:231.95,&quot;width&quot;:17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,&quot;theme_colors&quot;:[&quot;#000000&quot;,&quot;#ffffff&quot;,&quot;#2d2d2d&quot;,&quot;#f5f5f5&quot;,&quot;#4caf50&quot;,&quot;#2196f3&quot;,&quot;#ff9800&quot;,&quot;#f44336&quot;,&quot;#9c27b0&quot;,&quot;#00bcd4&quot;,&quot;#1976d2&quot;,&quot;#7b1fa2&quot;]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1_1"/>
  <p:tag name="KSO_WM_UNIT_ID" val="diagram20234393_3*q_h_f*1_1_1"/>
  <p:tag name="KSO_WM_TEMPLATE_CATEGORY" val="diagram"/>
  <p:tag name="KSO_WM_TEMPLATE_INDEX" val="20234393"/>
  <p:tag name="KSO_WM_UNIT_LAYERLEVEL" val="1_1_1"/>
  <p:tag name="KSO_WM_TAG_VERSION" val="3.0"/>
  <p:tag name="KSO_WM_UNIT_TEXT_LAYER_COUNT" val="1"/>
  <p:tag name="KSO_WM_DIAGRAM_GROUP_CODE" val="q1-1"/>
  <p:tag name="KSO_WM_DIAGRAM_VERSION" val="3"/>
  <p:tag name="KSO_WM_DIAGRAM_COLOR_TRICK" val="1"/>
  <p:tag name="KSO_WM_DIAGRAM_COLOR_TEXT_CAN_REMOVE" val="n"/>
  <p:tag name="KSO_WM_UNIT_PRESET_TEXT" val="单击此处添加文本内容，简明扼要地阐述您的观点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776.8,&quot;left&quot;:177.15,&quot;top&quot;:231.95,&quot;width&quot;:17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,&quot;theme_colors&quot;:[&quot;#000000&quot;,&quot;#ffffff&quot;,&quot;#2d2d2d&quot;,&quot;#f5f5f5&quot;,&quot;#4caf50&quot;,&quot;#2196f3&quot;,&quot;#ff9800&quot;,&quot;#f44336&quot;,&quot;#9c27b0&quot;,&quot;#00bcd4&quot;,&quot;#1976d2&quot;,&quot;#7b1fa2&quot;]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3"/>
  <p:tag name="KSO_WM_UNIT_ID" val="diagram20234393_3*q_h_i*1_3_3"/>
  <p:tag name="KSO_WM_TEMPLATE_CATEGORY" val="diagram"/>
  <p:tag name="KSO_WM_TEMPLATE_INDEX" val="2023439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776.8,&quot;left&quot;:177.15,&quot;top&quot;:231.95,&quot;width&quot;:1727}"/>
  <p:tag name="KSO_WM_DIAGRAM_COLOR_MATCH_VALUE" val="{&quot;shape&quot;:{&quot;fill&quot;:{&quot;gradient&quot;:[{&quot;brightness&quot;:0,&quot;colorType&quot;:1,&quot;foreColorIndex&quot;:5,&quot;pos&quot;:0.75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DIAGRAM_USE_COLOR_VALUE" val="{&quot;color_scheme&quot;:1,&quot;color_type&quot;:1,&quot;theme_color_indexes&quot;:[5,6,5,6,5,6],&quot;theme_colors&quot;:[&quot;#000000&quot;,&quot;#ffffff&quot;,&quot;#2d2d2d&quot;,&quot;#f5f5f5&quot;,&quot;#4caf50&quot;,&quot;#2196f3&quot;,&quot;#ff9800&quot;,&quot;#f44336&quot;,&quot;#9c27b0&quot;,&quot;#00bcd4&quot;,&quot;#1976d2&quot;,&quot;#7b1fa2&quot;]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2"/>
  <p:tag name="KSO_WM_UNIT_ID" val="diagram20234393_3*q_h_i*1_3_2"/>
  <p:tag name="KSO_WM_TEMPLATE_CATEGORY" val="diagram"/>
  <p:tag name="KSO_WM_TEMPLATE_INDEX" val="2023439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776.8,&quot;left&quot;:177.15,&quot;top&quot;:231.95,&quot;width&quot;:1727}"/>
  <p:tag name="KSO_WM_DIAGRAM_COLOR_MATCH_VALUE" val="{&quot;shape&quot;:{&quot;fill&quot;:{&quot;solid&quot;:{&quot;brightness&quot;:0.699999988079071,&quot;colorType&quot;:1,&quot;foreColorIndex&quot;:5,&quot;transparency&quot;:0.60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7"/>
  <p:tag name="KSO_WM_DIAGRAM_USE_COLOR_VALUE" val="{&quot;color_scheme&quot;:1,&quot;color_type&quot;:1,&quot;theme_color_indexes&quot;:[5,6,5,6,5,6],&quot;theme_colors&quot;:[&quot;#000000&quot;,&quot;#ffffff&quot;,&quot;#2d2d2d&quot;,&quot;#f5f5f5&quot;,&quot;#4caf50&quot;,&quot;#2196f3&quot;,&quot;#ff9800&quot;,&quot;#f44336&quot;,&quot;#9c27b0&quot;,&quot;#00bcd4&quot;,&quot;#1976d2&quot;,&quot;#7b1fa2&quot;]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3"/>
  <p:tag name="KSO_WM_UNIT_ID" val="diagram20234393_3*q_h_i*1_2_3"/>
  <p:tag name="KSO_WM_TEMPLATE_CATEGORY" val="diagram"/>
  <p:tag name="KSO_WM_TEMPLATE_INDEX" val="2023439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776.8,&quot;left&quot;:177.15,&quot;top&quot;:231.95,&quot;width&quot;:1727}"/>
  <p:tag name="KSO_WM_DIAGRAM_COLOR_MATCH_VALUE" val="{&quot;shape&quot;:{&quot;fill&quot;:{&quot;gradient&quot;:[{&quot;brightness&quot;:0,&quot;colorType&quot;:1,&quot;foreColorIndex&quot;:5,&quot;pos&quot;:0.75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DIAGRAM_USE_COLOR_VALUE" val="{&quot;color_scheme&quot;:1,&quot;color_type&quot;:1,&quot;theme_color_indexes&quot;:[5,6,5,6,5,6],&quot;theme_colors&quot;:[&quot;#000000&quot;,&quot;#ffffff&quot;,&quot;#2d2d2d&quot;,&quot;#f5f5f5&quot;,&quot;#4caf50&quot;,&quot;#2196f3&quot;,&quot;#ff9800&quot;,&quot;#f44336&quot;,&quot;#9c27b0&quot;,&quot;#00bcd4&quot;,&quot;#1976d2&quot;,&quot;#7b1fa2&quot;]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2"/>
  <p:tag name="KSO_WM_UNIT_ID" val="diagram20234393_3*q_h_i*1_2_2"/>
  <p:tag name="KSO_WM_TEMPLATE_CATEGORY" val="diagram"/>
  <p:tag name="KSO_WM_TEMPLATE_INDEX" val="2023439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776.8,&quot;left&quot;:177.15,&quot;top&quot;:231.95,&quot;width&quot;:1727}"/>
  <p:tag name="KSO_WM_DIAGRAM_COLOR_MATCH_VALUE" val="{&quot;shape&quot;:{&quot;fill&quot;:{&quot;solid&quot;:{&quot;brightness&quot;:0.699999988079071,&quot;colorType&quot;:1,&quot;foreColorIndex&quot;:5,&quot;transparency&quot;:0.60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7"/>
  <p:tag name="KSO_WM_DIAGRAM_USE_COLOR_VALUE" val="{&quot;color_scheme&quot;:1,&quot;color_type&quot;:1,&quot;theme_color_indexes&quot;:[5,6,5,6,5,6],&quot;theme_colors&quot;:[&quot;#000000&quot;,&quot;#ffffff&quot;,&quot;#2d2d2d&quot;,&quot;#f5f5f5&quot;,&quot;#4caf50&quot;,&quot;#2196f3&quot;,&quot;#ff9800&quot;,&quot;#f44336&quot;,&quot;#9c27b0&quot;,&quot;#00bcd4&quot;,&quot;#1976d2&quot;,&quot;#7b1fa2&quot;]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4_3"/>
  <p:tag name="KSO_WM_UNIT_ID" val="diagram20234393_3*q_h_i*1_4_3"/>
  <p:tag name="KSO_WM_TEMPLATE_CATEGORY" val="diagram"/>
  <p:tag name="KSO_WM_TEMPLATE_INDEX" val="2023439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776.8,&quot;left&quot;:177.15,&quot;top&quot;:231.95,&quot;width&quot;:1727}"/>
  <p:tag name="KSO_WM_DIAGRAM_COLOR_MATCH_VALUE" val="{&quot;shape&quot;:{&quot;fill&quot;:{&quot;gradient&quot;:[{&quot;brightness&quot;:0,&quot;colorType&quot;:1,&quot;foreColorIndex&quot;:5,&quot;pos&quot;:0.75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DIAGRAM_USE_COLOR_VALUE" val="{&quot;color_scheme&quot;:1,&quot;color_type&quot;:1,&quot;theme_color_indexes&quot;:[5,6,5,6,5,6],&quot;theme_colors&quot;:[&quot;#000000&quot;,&quot;#ffffff&quot;,&quot;#2d2d2d&quot;,&quot;#f5f5f5&quot;,&quot;#4caf50&quot;,&quot;#2196f3&quot;,&quot;#ff9800&quot;,&quot;#f44336&quot;,&quot;#9c27b0&quot;,&quot;#00bcd4&quot;,&quot;#1976d2&quot;,&quot;#7b1fa2&quot;]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4_2"/>
  <p:tag name="KSO_WM_UNIT_ID" val="diagram20234393_3*q_h_i*1_4_2"/>
  <p:tag name="KSO_WM_TEMPLATE_CATEGORY" val="diagram"/>
  <p:tag name="KSO_WM_TEMPLATE_INDEX" val="2023439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776.8,&quot;left&quot;:177.15,&quot;top&quot;:231.95,&quot;width&quot;:1727}"/>
  <p:tag name="KSO_WM_DIAGRAM_COLOR_MATCH_VALUE" val="{&quot;shape&quot;:{&quot;fill&quot;:{&quot;solid&quot;:{&quot;brightness&quot;:0.699999988079071,&quot;colorType&quot;:1,&quot;foreColorIndex&quot;:5,&quot;transparency&quot;:0.60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7"/>
  <p:tag name="KSO_WM_DIAGRAM_USE_COLOR_VALUE" val="{&quot;color_scheme&quot;:1,&quot;color_type&quot;:1,&quot;theme_color_indexes&quot;:[5,6,5,6,5,6],&quot;theme_colors&quot;:[&quot;#000000&quot;,&quot;#ffffff&quot;,&quot;#2d2d2d&quot;,&quot;#f5f5f5&quot;,&quot;#4caf50&quot;,&quot;#2196f3&quot;,&quot;#ff9800&quot;,&quot;#f44336&quot;,&quot;#9c27b0&quot;,&quot;#00bcd4&quot;,&quot;#1976d2&quot;,&quot;#7b1fa2&quot;]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3"/>
  <p:tag name="KSO_WM_UNIT_ID" val="diagram20234393_3*q_h_i*1_1_3"/>
  <p:tag name="KSO_WM_TEMPLATE_CATEGORY" val="diagram"/>
  <p:tag name="KSO_WM_TEMPLATE_INDEX" val="2023439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776.8,&quot;left&quot;:177.15,&quot;top&quot;:231.95,&quot;width&quot;:1727}"/>
  <p:tag name="KSO_WM_DIAGRAM_COLOR_MATCH_VALUE" val="{&quot;shape&quot;:{&quot;fill&quot;:{&quot;gradient&quot;:[{&quot;brightness&quot;:0,&quot;colorType&quot;:1,&quot;foreColorIndex&quot;:5,&quot;pos&quot;:0.75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DIAGRAM_USE_COLOR_VALUE" val="{&quot;color_scheme&quot;:1,&quot;color_type&quot;:1,&quot;theme_color_indexes&quot;:[5,6,5,6,5,6],&quot;theme_colors&quot;:[&quot;#000000&quot;,&quot;#ffffff&quot;,&quot;#2d2d2d&quot;,&quot;#f5f5f5&quot;,&quot;#4caf50&quot;,&quot;#2196f3&quot;,&quot;#ff9800&quot;,&quot;#f44336&quot;,&quot;#9c27b0&quot;,&quot;#00bcd4&quot;,&quot;#1976d2&quot;,&quot;#7b1fa2&quot;]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2"/>
  <p:tag name="KSO_WM_UNIT_ID" val="diagram20234393_3*q_h_i*1_1_2"/>
  <p:tag name="KSO_WM_TEMPLATE_CATEGORY" val="diagram"/>
  <p:tag name="KSO_WM_TEMPLATE_INDEX" val="2023439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776.8,&quot;left&quot;:177.15,&quot;top&quot;:231.95,&quot;width&quot;:1727}"/>
  <p:tag name="KSO_WM_DIAGRAM_COLOR_MATCH_VALUE" val="{&quot;shape&quot;:{&quot;fill&quot;:{&quot;solid&quot;:{&quot;brightness&quot;:0.699999988079071,&quot;colorType&quot;:1,&quot;foreColorIndex&quot;:5,&quot;transparency&quot;:0.60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7"/>
  <p:tag name="KSO_WM_DIAGRAM_USE_COLOR_VALUE" val="{&quot;color_scheme&quot;:1,&quot;color_type&quot;:1,&quot;theme_color_indexes&quot;:[5,6,5,6,5,6],&quot;theme_colors&quot;:[&quot;#000000&quot;,&quot;#ffffff&quot;,&quot;#2d2d2d&quot;,&quot;#f5f5f5&quot;,&quot;#4caf50&quot;,&quot;#2196f3&quot;,&quot;#ff9800&quot;,&quot;#f44336&quot;,&quot;#9c27b0&quot;,&quot;#00bcd4&quot;,&quot;#1976d2&quot;,&quot;#7b1fa2&quot;]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ID" val="diagram20234393_3*q_i*1_1"/>
  <p:tag name="KSO_WM_TEMPLATE_CATEGORY" val="diagram"/>
  <p:tag name="KSO_WM_TEMPLATE_INDEX" val="20234393"/>
  <p:tag name="KSO_WM_UNIT_LAYERLEVEL" val="1_1"/>
  <p:tag name="KSO_WM_TAG_VERSION" val="3.0"/>
  <p:tag name="KSO_WM_UNIT_TYPE" val="q_i"/>
  <p:tag name="KSO_WM_UNIT_INDEX" val="1_1"/>
  <p:tag name="KSO_WM_DIAGRAM_VERSION" val="3"/>
  <p:tag name="KSO_WM_DIAGRAM_COLOR_TRICK" val="1"/>
  <p:tag name="KSO_WM_DIAGRAM_COLOR_TEXT_CAN_REMOVE" val="n"/>
  <p:tag name="KSO_WM_UNIT_FILL_FORE_SCHEMECOLOR_INDEX" val="2"/>
  <p:tag name="KSO_WM_UNIT_FILL_FORE_SCHEMECOLOR_INDEX_BRIGHTNESS" val="0"/>
  <p:tag name="KSO_WM_DIAGRAM_MAX_ITEMCNT" val="6"/>
  <p:tag name="KSO_WM_DIAGRAM_MIN_ITEMCNT" val="2"/>
  <p:tag name="KSO_WM_DIAGRAM_VIRTUALLY_FRAME" val="{&quot;height&quot;:776.8,&quot;left&quot;:177.15,&quot;top&quot;:231.95,&quot;width&quot;:172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USE_COLOR_VALUE" val="{&quot;color_scheme&quot;:1,&quot;color_type&quot;:1,&quot;theme_color_indexes&quot;:[5,6,5,6,5,6],&quot;theme_colors&quot;:[&quot;#000000&quot;,&quot;#ffffff&quot;,&quot;#2d2d2d&quot;,&quot;#f5f5f5&quot;,&quot;#4caf50&quot;,&quot;#2196f3&quot;,&quot;#ff9800&quot;,&quot;#f44336&quot;,&quot;#9c27b0&quot;,&quot;#00bcd4&quot;,&quot;#1976d2&quot;,&quot;#7b1fa2&quot;]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4721227&quot;,&quot;origin&quot;:0,&quot;type&quot;:&quot;icons&quot;,&quot;user&quot;:&quot;724330829&quot;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1093_3*l_h_a*1_4_1"/>
  <p:tag name="KSO_WM_TEMPLATE_CATEGORY" val="diagram"/>
  <p:tag name="KSO_WM_TEMPLATE_INDEX" val="2023109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32.9372122854987,&quot;left&quot;:260.46249102510774,&quot;top&quot;:417.9750061035156,&quot;width&quot;:1401.762502871376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093_3*l_h_a*1_1_1"/>
  <p:tag name="KSO_WM_TEMPLATE_CATEGORY" val="diagram"/>
  <p:tag name="KSO_WM_TEMPLATE_INDEX" val="2023109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32.9372122854987,&quot;left&quot;:260.46249102510774,&quot;top&quot;:417.9750061035156,&quot;width&quot;:1401.762502871376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1093_3*l_h_f*1_4_1"/>
  <p:tag name="KSO_WM_TEMPLATE_CATEGORY" val="diagram"/>
  <p:tag name="KSO_WM_TEMPLATE_INDEX" val="2023109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32.9372122854987,&quot;left&quot;:260.46249102510774,&quot;top&quot;:417.9750061035156,&quot;width&quot;:1401.762502871376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智能图形项正文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093_3*l_h_a*1_2_1"/>
  <p:tag name="KSO_WM_TEMPLATE_CATEGORY" val="diagram"/>
  <p:tag name="KSO_WM_TEMPLATE_INDEX" val="2023109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32.9372122854987,&quot;left&quot;:260.46249102510774,&quot;top&quot;:417.9750061035156,&quot;width&quot;:1401.762502871376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4_2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4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32.9372122854987,&quot;left&quot;:260.46249102510774,&quot;top&quot;:417.9750061035156,&quot;width&quot;:1401.7625028713767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DIAGRAM_USE_COLOR_VALUE" val="{&quot;color_scheme&quot;:1,&quot;color_type&quot;:1,&quot;theme_color_indexes&quot;:[5,6,5,6,5,6]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4_1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4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32.9372122854987,&quot;left&quot;:260.46249102510774,&quot;top&quot;:417.9750061035156,&quot;width&quot;:1401.7625028713767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solidLine&quot;:{&quot;brightness&quot;:0,&quot;colorType&quot;:1,&quot;foreColorIndex&quot;:6,&quot;transparency&quot;:0.5600000023841858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UNIT_LINE_FORE_SCHEMECOLOR_INDEX" val="6"/>
  <p:tag name="KSO_WM_DIAGRAM_USE_COLOR_VALUE" val="{&quot;color_scheme&quot;:1,&quot;color_type&quot;:1,&quot;theme_color_indexes&quot;:[5,6,5,6,5,6]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1_2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32.9372122854987,&quot;left&quot;:260.46249102510774,&quot;top&quot;:417.9750061035156,&quot;width&quot;:1401.7625028713767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DIAGRAM_USE_COLOR_VALUE" val="{&quot;color_scheme&quot;:1,&quot;color_type&quot;:1,&quot;theme_color_indexes&quot;:[5,6,5,6,5,6]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1_1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32.9372122854987,&quot;left&quot;:260.46249102510774,&quot;top&quot;:417.9750061035156,&quot;width&quot;:1401.762502871376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5600000023841858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DIAGRAM_USE_COLOR_VALUE" val="{&quot;color_scheme&quot;:1,&quot;color_type&quot;:1,&quot;theme_color_indexes&quot;:[5,6,5,6,5,6]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2_2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2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32.9372122854987,&quot;left&quot;:260.46249102510774,&quot;top&quot;:417.9750061035156,&quot;width&quot;:1401.7625028713767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DIAGRAM_USE_COLOR_VALUE" val="{&quot;color_scheme&quot;:1,&quot;color_type&quot;:1,&quot;theme_color_indexes&quot;:[5,6,5,6,5,6]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3_2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3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32.9372122854987,&quot;left&quot;:260.46249102510774,&quot;top&quot;:417.9750061035156,&quot;width&quot;:1401.7625028713767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DIAGRAM_USE_COLOR_VALUE" val="{&quot;color_scheme&quot;:1,&quot;color_type&quot;:1,&quot;theme_color_indexes&quot;:[5,6,5,6,5,6]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1_3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1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32.9372122854987,&quot;left&quot;:260.46249102510774,&quot;top&quot;:417.9750061035156,&quot;width&quot;:1401.7625028713767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800000011920929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3_3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3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32.9372122854987,&quot;left&quot;:260.46249102510774,&quot;top&quot;:417.9750061035156,&quot;width&quot;:1401.7625028713767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800000011920929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2_3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2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32.9372122854987,&quot;left&quot;:260.46249102510774,&quot;top&quot;:417.9750061035156,&quot;width&quot;:1401.7625028713767}"/>
  <p:tag name="KSO_WM_DIAGRAM_COLOR_MATCH_VALUE" val="{&quot;shape&quot;:{&quot;fill&quot;:{&quot;gradient&quot;:[{&quot;brightness&quot;:0.20000000298023224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4_3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4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32.9372122854987,&quot;left&quot;:260.46249102510774,&quot;top&quot;:417.9750061035156,&quot;width&quot;:1401.7625028713767}"/>
  <p:tag name="KSO_WM_DIAGRAM_COLOR_MATCH_VALUE" val="{&quot;shape&quot;:{&quot;fill&quot;:{&quot;gradient&quot;:[{&quot;brightness&quot;:0.20000000298023224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2_1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32.9372122854987,&quot;left&quot;:260.46249102510774,&quot;top&quot;:417.9750061035156,&quot;width&quot;:1401.7625028713767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solidLine&quot;:{&quot;brightness&quot;:0,&quot;colorType&quot;:1,&quot;foreColorIndex&quot;:6,&quot;transparency&quot;:0.5600000023841858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UNIT_LINE_FORE_SCHEMECOLOR_INDEX" val="6"/>
  <p:tag name="KSO_WM_DIAGRAM_USE_COLOR_VALUE" val="{&quot;color_scheme&quot;:1,&quot;color_type&quot;:1,&quot;theme_color_indexes&quot;:[5,6,5,6,5,6]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093_3*l_h_i*1_3_1"/>
  <p:tag name="KSO_WM_TEMPLATE_CATEGORY" val="diagram"/>
  <p:tag name="KSO_WM_TEMPLATE_INDEX" val="20231093"/>
  <p:tag name="KSO_WM_UNIT_LAYERLEVEL" val="1_1_1"/>
  <p:tag name="KSO_WM_TAG_VERSION" val="3.0"/>
  <p:tag name="KSO_WM_DIAGRAM_GROUP_CODE" val="l1-1"/>
  <p:tag name="KSO_WM_UNIT_TYPE" val="l_h_i"/>
  <p:tag name="KSO_WM_UNIT_INDEX" val="1_3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32.9372122854987,&quot;left&quot;:260.46249102510774,&quot;top&quot;:417.9750061035156,&quot;width&quot;:1401.762502871376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5600000023841858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DIAGRAM_USE_COLOR_VALUE" val="{&quot;color_scheme&quot;:1,&quot;color_type&quot;:1,&quot;theme_color_indexes&quot;:[5,6,5,6,5,6]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093_3*l_h_a*1_3_1"/>
  <p:tag name="KSO_WM_TEMPLATE_CATEGORY" val="diagram"/>
  <p:tag name="KSO_WM_TEMPLATE_INDEX" val="2023109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32.9372122854987,&quot;left&quot;:260.46249102510774,&quot;top&quot;:417.9750061035156,&quot;width&quot;:1401.762502871376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093_3*l_h_f*1_3_1"/>
  <p:tag name="KSO_WM_TEMPLATE_CATEGORY" val="diagram"/>
  <p:tag name="KSO_WM_TEMPLATE_INDEX" val="2023109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632.9372122854987,&quot;left&quot;:260.46249102510774,&quot;top&quot;:417.9750061035156,&quot;width&quot;:1401.762502871376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智能图形项正文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21600767&quot;,&quot;origin&quot;:0,&quot;type&quot;:&quot;icons&quot;,&quot;user&quot;:&quot;724330829&quot;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21600768&quot;,&quot;origin&quot;:0,&quot;type&quot;:&quot;icons&quot;,&quot;user&quot;:&quot;724330829&quot;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21600769&quot;,&quot;origin&quot;:0,&quot;type&quot;:&quot;icons&quot;,&quot;user&quot;:&quot;724330829&quot;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21600771&quot;,&quot;origin&quot;:0,&quot;type&quot;:&quot;icons&quot;,&quot;user&quot;:&quot;724330829&quot;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4721227&quot;,&quot;origin&quot;:0,&quot;type&quot;:&quot;icons&quot;,&quot;user&quot;:&quot;724330829&quot;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4721227&quot;,&quot;origin&quot;:0,&quot;type&quot;:&quot;icons&quot;,&quot;user&quot;:&quot;724330829&quot;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4721227&quot;,&quot;origin&quot;:0,&quot;type&quot;:&quot;icons&quot;,&quot;user&quot;:&quot;724330829&quot;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4721227&quot;,&quot;origin&quot;:0,&quot;type&quot;:&quot;icons&quot;,&quot;user&quot;:&quot;724330829&quot;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70.95,&quot;left&quot;:114.95,&quot;top&quot;:194.4,&quot;width&quot;:1768.5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2199</Words>
  <Application>Microsoft Macintosh PowerPoint</Application>
  <PresentationFormat>自定义</PresentationFormat>
  <Paragraphs>332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FangSong</vt:lpstr>
      <vt:lpstr>STZhongsong</vt:lpstr>
      <vt:lpstr>宋体</vt:lpstr>
      <vt:lpstr>微软雅黑</vt:lpstr>
      <vt:lpstr>微软雅黑</vt:lpstr>
      <vt:lpstr>Archivo Bold</vt:lpstr>
      <vt:lpstr>Noto Sans SC</vt:lpstr>
      <vt:lpstr>Source Han Sans SC VF</vt:lpstr>
      <vt:lpstr>Source Han Sans SC VF Light</vt:lpstr>
      <vt:lpstr>Arial</vt:lpstr>
      <vt:lpstr>Avenir</vt:lpstr>
      <vt:lpstr>Times New Roman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Leo Lai</cp:lastModifiedBy>
  <cp:revision>35</cp:revision>
  <dcterms:created xsi:type="dcterms:W3CDTF">2025-03-20T06:17:00Z</dcterms:created>
  <dcterms:modified xsi:type="dcterms:W3CDTF">2026-06-08T05:38:50Z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AD8E701FFA0644FAA1ACF837E849C550_12</vt:lpwstr>
  </property>
</Properties>
</file>